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4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5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6.xml" ContentType="application/vnd.openxmlformats-officedocument.theme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7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92" r:id="rId2"/>
    <p:sldMasterId id="2147483722" r:id="rId3"/>
    <p:sldMasterId id="2147483752" r:id="rId4"/>
    <p:sldMasterId id="2147483782" r:id="rId5"/>
    <p:sldMasterId id="2147483812" r:id="rId6"/>
    <p:sldMasterId id="2147483842" r:id="rId7"/>
    <p:sldMasterId id="2147483872" r:id="rId8"/>
  </p:sldMasterIdLst>
  <p:sldIdLst>
    <p:sldId id="2147472160" r:id="rId9"/>
    <p:sldId id="2147472129" r:id="rId10"/>
    <p:sldId id="2147480421" r:id="rId11"/>
    <p:sldId id="2147480417" r:id="rId12"/>
    <p:sldId id="2147480422" r:id="rId13"/>
    <p:sldId id="2147480423" r:id="rId14"/>
    <p:sldId id="2147480424" r:id="rId15"/>
    <p:sldId id="2147480322" r:id="rId16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3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07790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144549A2-32DE-3ECA-2AD1-0E169A7F9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F219-706A-321C-1761-BF0500C9AC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4" name="Group 67">
            <a:extLst>
              <a:ext uri="{FF2B5EF4-FFF2-40B4-BE49-F238E27FC236}">
                <a16:creationId xmlns:a16="http://schemas.microsoft.com/office/drawing/2014/main" id="{524E7E92-BE46-E169-20C6-402BE01815EB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5" name="Rectangle 68">
              <a:extLst>
                <a:ext uri="{FF2B5EF4-FFF2-40B4-BE49-F238E27FC236}">
                  <a16:creationId xmlns:a16="http://schemas.microsoft.com/office/drawing/2014/main" id="{ACE35C28-D48A-67F1-6789-212D21960DF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0D7596BA-7F46-B475-8F45-7A8E5452FF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240E93C6-DC8B-5A90-429A-DF83715161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0152CF97-65AA-4BF0-76FD-1B8289D24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98B355AF-D302-7DB4-BAD0-B0AAB0B353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A84141-CA0D-5F64-F4AE-176363438D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B277588-72E9-BA9D-0AAB-0329F08375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12" name="Freeform 5">
            <a:extLst>
              <a:ext uri="{FF2B5EF4-FFF2-40B4-BE49-F238E27FC236}">
                <a16:creationId xmlns:a16="http://schemas.microsoft.com/office/drawing/2014/main" id="{524FD730-EF06-86EF-35CD-B3E19FED1AF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3" name="TextBox 81">
            <a:extLst>
              <a:ext uri="{FF2B5EF4-FFF2-40B4-BE49-F238E27FC236}">
                <a16:creationId xmlns:a16="http://schemas.microsoft.com/office/drawing/2014/main" id="{DC167F6F-389F-DA1E-A792-E93AAB9CECAB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9976308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74191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63543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4625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07618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6037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38217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41238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46495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04842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74634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726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3451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5438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55326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24406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104897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18885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3433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439439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243556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683335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467568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70360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01873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030783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9596817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9463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80368861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11949757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0581153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8891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11218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02174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993154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214122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870084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028499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794100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544351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956285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767094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16795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574472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11238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716702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650129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719987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409611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9459950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777134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799383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151743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004747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1824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92164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2994643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270063294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60779771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06959046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147731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034504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107186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778441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684415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670370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802788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039492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309509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452302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01892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608575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527437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74340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495150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159072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044292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994144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15893996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734817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450880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230152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57281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688214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462802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087606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05639412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38203079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21232239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48238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151714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126115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263295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341542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71418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938132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308081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467600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274478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07809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657684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226326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125496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823530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905378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840751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424303"/>
      </p:ext>
    </p:extLst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384459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648218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076384"/>
      </p:ext>
    </p:extLst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25091"/>
      </p:ext>
    </p:extLst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018111"/>
      </p:ext>
    </p:extLst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851177"/>
      </p:ext>
    </p:extLst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974020"/>
      </p:ext>
    </p:extLst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7818978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237699835"/>
      </p:ext>
    </p:extLst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89900368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97542767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594375"/>
      </p:ext>
    </p:extLst>
  </p:cSld>
  <p:clrMapOvr>
    <a:masterClrMapping/>
  </p:clrMapOvr>
  <p:transition spd="med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22866"/>
      </p:ext>
    </p:extLst>
  </p:cSld>
  <p:clrMapOvr>
    <a:masterClrMapping/>
  </p:clrMapOvr>
  <p:transition spd="med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546114"/>
      </p:ext>
    </p:extLst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596408"/>
      </p:ext>
    </p:extLst>
  </p:cSld>
  <p:clrMapOvr>
    <a:masterClrMapping/>
  </p:clrMapOvr>
  <p:transition spd="med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206518"/>
      </p:ext>
    </p:extLst>
  </p:cSld>
  <p:clrMapOvr>
    <a:masterClrMapping/>
  </p:clrMapOvr>
  <p:transition spd="med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04432"/>
      </p:ext>
    </p:extLst>
  </p:cSld>
  <p:clrMapOvr>
    <a:masterClrMapping/>
  </p:clrMapOvr>
  <p:transition spd="med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698269"/>
      </p:ext>
    </p:extLst>
  </p:cSld>
  <p:clrMapOvr>
    <a:masterClrMapping/>
  </p:clrMapOvr>
  <p:transition spd="med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218211"/>
      </p:ext>
    </p:extLst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539576"/>
      </p:ext>
    </p:extLst>
  </p:cSld>
  <p:clrMapOvr>
    <a:masterClrMapping/>
  </p:clrMapOvr>
  <p:transition spd="med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841418"/>
      </p:ext>
    </p:extLst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375390"/>
      </p:ext>
    </p:extLst>
  </p:cSld>
  <p:clrMapOvr>
    <a:masterClrMapping/>
  </p:clrMapOvr>
  <p:transition spd="med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027491"/>
      </p:ext>
    </p:extLst>
  </p:cSld>
  <p:clrMapOvr>
    <a:masterClrMapping/>
  </p:clrMapOvr>
  <p:transition spd="med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467985"/>
      </p:ext>
    </p:extLst>
  </p:cSld>
  <p:clrMapOvr>
    <a:masterClrMapping/>
  </p:clrMapOvr>
  <p:transition spd="med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492003"/>
      </p:ext>
    </p:extLst>
  </p:cSld>
  <p:clrMapOvr>
    <a:masterClrMapping/>
  </p:clrMapOvr>
  <p:transition spd="med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168588"/>
      </p:ext>
    </p:extLst>
  </p:cSld>
  <p:clrMapOvr>
    <a:masterClrMapping/>
  </p:clrMapOvr>
  <p:transition spd="med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647055"/>
      </p:ext>
    </p:extLst>
  </p:cSld>
  <p:clrMapOvr>
    <a:masterClrMapping/>
  </p:clrMapOvr>
  <p:transition spd="med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552573"/>
      </p:ext>
    </p:extLst>
  </p:cSld>
  <p:clrMapOvr>
    <a:masterClrMapping/>
  </p:clrMapOvr>
  <p:transition spd="med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341802"/>
      </p:ext>
    </p:extLst>
  </p:cSld>
  <p:clrMapOvr>
    <a:masterClrMapping/>
  </p:clrMapOvr>
  <p:transition spd="med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04139282"/>
      </p:ext>
    </p:extLst>
  </p:cSld>
  <p:clrMapOvr>
    <a:masterClrMapping/>
  </p:clrMapOvr>
  <p:transition spd="med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978346"/>
      </p:ext>
    </p:extLst>
  </p:cSld>
  <p:clrMapOvr>
    <a:masterClrMapping/>
  </p:clrMapOvr>
  <p:transition spd="med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326677"/>
      </p:ext>
    </p:extLst>
  </p:cSld>
  <p:clrMapOvr>
    <a:masterClrMapping/>
  </p:clrMapOvr>
  <p:transition spd="med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13802"/>
      </p:ext>
    </p:extLst>
  </p:cSld>
  <p:clrMapOvr>
    <a:masterClrMapping/>
  </p:clrMapOvr>
  <p:transition spd="med"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205524"/>
      </p:ext>
    </p:extLst>
  </p:cSld>
  <p:clrMapOvr>
    <a:masterClrMapping/>
  </p:clrMapOvr>
  <p:transition spd="med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309665"/>
      </p:ext>
    </p:extLst>
  </p:cSld>
  <p:clrMapOvr>
    <a:masterClrMapping/>
  </p:clrMapOvr>
  <p:transition spd="med"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959233"/>
      </p:ext>
    </p:extLst>
  </p:cSld>
  <p:clrMapOvr>
    <a:masterClrMapping/>
  </p:clrMapOvr>
  <p:transition spd="med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4840567"/>
      </p:ext>
    </p:extLst>
  </p:cSld>
  <p:clrMapOvr>
    <a:masterClrMapping/>
  </p:clrMapOvr>
  <p:transition spd="med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188926912"/>
      </p:ext>
    </p:extLst>
  </p:cSld>
  <p:clrMapOvr>
    <a:masterClrMapping/>
  </p:clrMapOvr>
  <p:transition spd="med"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37468649"/>
      </p:ext>
    </p:extLst>
  </p:cSld>
  <p:clrMapOvr>
    <a:masterClrMapping/>
  </p:clrMapOvr>
  <p:transition spd="med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527797"/>
      </p:ext>
    </p:extLst>
  </p:cSld>
  <p:clrMapOvr>
    <a:masterClrMapping/>
  </p:clrMapOvr>
  <p:transition spd="med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901086"/>
      </p:ext>
    </p:extLst>
  </p:cSld>
  <p:clrMapOvr>
    <a:masterClrMapping/>
  </p:clrMapOvr>
  <p:transition spd="med"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389606"/>
      </p:ext>
    </p:extLst>
  </p:cSld>
  <p:clrMapOvr>
    <a:masterClrMapping/>
  </p:clrMapOvr>
  <p:transition spd="med"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903545"/>
      </p:ext>
    </p:extLst>
  </p:cSld>
  <p:clrMapOvr>
    <a:masterClrMapping/>
  </p:clrMapOvr>
  <p:transition spd="med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598368"/>
      </p:ext>
    </p:extLst>
  </p:cSld>
  <p:clrMapOvr>
    <a:masterClrMapping/>
  </p:clrMapOvr>
  <p:transition spd="med"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223440"/>
      </p:ext>
    </p:extLst>
  </p:cSld>
  <p:clrMapOvr>
    <a:masterClrMapping/>
  </p:clrMapOvr>
  <p:transition spd="med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600929"/>
      </p:ext>
    </p:extLst>
  </p:cSld>
  <p:clrMapOvr>
    <a:masterClrMapping/>
  </p:clrMapOvr>
  <p:transition spd="med"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51693"/>
      </p:ext>
    </p:extLst>
  </p:cSld>
  <p:clrMapOvr>
    <a:masterClrMapping/>
  </p:clrMapOvr>
  <p:transition spd="med"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765494"/>
      </p:ext>
    </p:extLst>
  </p:cSld>
  <p:clrMapOvr>
    <a:masterClrMapping/>
  </p:clrMapOvr>
  <p:transition spd="med"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930985"/>
      </p:ext>
    </p:extLst>
  </p:cSld>
  <p:clrMapOvr>
    <a:masterClrMapping/>
  </p:clrMapOvr>
  <p:transition spd="med"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434291"/>
      </p:ext>
    </p:extLst>
  </p:cSld>
  <p:clrMapOvr>
    <a:masterClrMapping/>
  </p:clrMapOvr>
  <p:transition spd="med"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781144"/>
      </p:ext>
    </p:extLst>
  </p:cSld>
  <p:clrMapOvr>
    <a:masterClrMapping/>
  </p:clrMapOvr>
  <p:transition spd="med"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774506"/>
      </p:ext>
    </p:extLst>
  </p:cSld>
  <p:clrMapOvr>
    <a:masterClrMapping/>
  </p:clrMapOvr>
  <p:transition spd="med"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342725"/>
      </p:ext>
    </p:extLst>
  </p:cSld>
  <p:clrMapOvr>
    <a:masterClrMapping/>
  </p:clrMapOvr>
  <p:transition spd="med"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289980"/>
      </p:ext>
    </p:extLst>
  </p:cSld>
  <p:clrMapOvr>
    <a:masterClrMapping/>
  </p:clrMapOvr>
  <p:transition spd="med"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536701"/>
      </p:ext>
    </p:extLst>
  </p:cSld>
  <p:clrMapOvr>
    <a:masterClrMapping/>
  </p:clrMapOvr>
  <p:transition spd="med"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578058"/>
      </p:ext>
    </p:extLst>
  </p:cSld>
  <p:clrMapOvr>
    <a:masterClrMapping/>
  </p:clrMapOvr>
  <p:transition spd="med"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587777"/>
      </p:ext>
    </p:extLst>
  </p:cSld>
  <p:clrMapOvr>
    <a:masterClrMapping/>
  </p:clrMapOvr>
  <p:transition spd="med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546250"/>
      </p:ext>
    </p:extLst>
  </p:cSld>
  <p:clrMapOvr>
    <a:masterClrMapping/>
  </p:clrMapOvr>
  <p:transition spd="med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8523376"/>
      </p:ext>
    </p:extLst>
  </p:cSld>
  <p:clrMapOvr>
    <a:masterClrMapping/>
  </p:clrMapOvr>
  <p:transition spd="med"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324629"/>
      </p:ext>
    </p:extLst>
  </p:cSld>
  <p:clrMapOvr>
    <a:masterClrMapping/>
  </p:clrMapOvr>
  <p:transition spd="med"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270107"/>
      </p:ext>
    </p:extLst>
  </p:cSld>
  <p:clrMapOvr>
    <a:masterClrMapping/>
  </p:clrMapOvr>
  <p:transition spd="med"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672534"/>
      </p:ext>
    </p:extLst>
  </p:cSld>
  <p:clrMapOvr>
    <a:masterClrMapping/>
  </p:clrMapOvr>
  <p:transition spd="med"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083508"/>
      </p:ext>
    </p:extLst>
  </p:cSld>
  <p:clrMapOvr>
    <a:masterClrMapping/>
  </p:clrMapOvr>
  <p:transition spd="med"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05325"/>
      </p:ext>
    </p:extLst>
  </p:cSld>
  <p:clrMapOvr>
    <a:masterClrMapping/>
  </p:clrMapOvr>
  <p:transition spd="med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528086"/>
      </p:ext>
    </p:extLst>
  </p:cSld>
  <p:clrMapOvr>
    <a:masterClrMapping/>
  </p:clrMapOvr>
  <p:transition spd="med"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0400639"/>
      </p:ext>
    </p:extLst>
  </p:cSld>
  <p:clrMapOvr>
    <a:masterClrMapping/>
  </p:clrMapOvr>
  <p:transition spd="med"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897545945"/>
      </p:ext>
    </p:extLst>
  </p:cSld>
  <p:clrMapOvr>
    <a:masterClrMapping/>
  </p:clrMapOvr>
  <p:transition spd="med"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61476614"/>
      </p:ext>
    </p:extLst>
  </p:cSld>
  <p:clrMapOvr>
    <a:masterClrMapping/>
  </p:clrMapOvr>
  <p:transition spd="med"/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60176411"/>
      </p:ext>
    </p:extLst>
  </p:cSld>
  <p:clrMapOvr>
    <a:masterClrMapping/>
  </p:clrMapOvr>
  <p:transition spd="med"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375445"/>
      </p:ext>
    </p:extLst>
  </p:cSld>
  <p:clrMapOvr>
    <a:masterClrMapping/>
  </p:clrMapOvr>
  <p:transition spd="med"/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575098"/>
      </p:ext>
    </p:extLst>
  </p:cSld>
  <p:clrMapOvr>
    <a:masterClrMapping/>
  </p:clrMapOvr>
  <p:transition spd="med"/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670436"/>
      </p:ext>
    </p:extLst>
  </p:cSld>
  <p:clrMapOvr>
    <a:masterClrMapping/>
  </p:clrMapOvr>
  <p:transition spd="med"/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308760"/>
      </p:ext>
    </p:extLst>
  </p:cSld>
  <p:clrMapOvr>
    <a:masterClrMapping/>
  </p:clrMapOvr>
  <p:transition spd="med"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602665"/>
      </p:ext>
    </p:extLst>
  </p:cSld>
  <p:clrMapOvr>
    <a:masterClrMapping/>
  </p:clrMapOvr>
  <p:transition spd="med"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830592"/>
      </p:ext>
    </p:extLst>
  </p:cSld>
  <p:clrMapOvr>
    <a:masterClrMapping/>
  </p:clrMapOvr>
  <p:transition spd="med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98543"/>
      </p:ext>
    </p:extLst>
  </p:cSld>
  <p:clrMapOvr>
    <a:masterClrMapping/>
  </p:clrMapOvr>
  <p:transition spd="med"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232819"/>
      </p:ext>
    </p:extLst>
  </p:cSld>
  <p:clrMapOvr>
    <a:masterClrMapping/>
  </p:clrMapOvr>
  <p:transition spd="med"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273892"/>
      </p:ext>
    </p:extLst>
  </p:cSld>
  <p:clrMapOvr>
    <a:masterClrMapping/>
  </p:clrMapOvr>
  <p:transition spd="med"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355294"/>
      </p:ext>
    </p:extLst>
  </p:cSld>
  <p:clrMapOvr>
    <a:masterClrMapping/>
  </p:clrMapOvr>
  <p:transition spd="med"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9408"/>
      </p:ext>
    </p:extLst>
  </p:cSld>
  <p:clrMapOvr>
    <a:masterClrMapping/>
  </p:clrMapOvr>
  <p:transition spd="med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803314"/>
      </p:ext>
    </p:extLst>
  </p:cSld>
  <p:clrMapOvr>
    <a:masterClrMapping/>
  </p:clrMapOvr>
  <p:transition spd="med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104637"/>
      </p:ext>
    </p:extLst>
  </p:cSld>
  <p:clrMapOvr>
    <a:masterClrMapping/>
  </p:clrMapOvr>
  <p:transition spd="med"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238681"/>
      </p:ext>
    </p:extLst>
  </p:cSld>
  <p:clrMapOvr>
    <a:masterClrMapping/>
  </p:clrMapOvr>
  <p:transition spd="med"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685635"/>
      </p:ext>
    </p:extLst>
  </p:cSld>
  <p:clrMapOvr>
    <a:masterClrMapping/>
  </p:clrMapOvr>
  <p:transition spd="med"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597400"/>
      </p:ext>
    </p:extLst>
  </p:cSld>
  <p:clrMapOvr>
    <a:masterClrMapping/>
  </p:clrMapOvr>
  <p:transition spd="med"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688112"/>
      </p:ext>
    </p:extLst>
  </p:cSld>
  <p:clrMapOvr>
    <a:masterClrMapping/>
  </p:clrMapOvr>
  <p:transition spd="med"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709002"/>
      </p:ext>
    </p:extLst>
  </p:cSld>
  <p:clrMapOvr>
    <a:masterClrMapping/>
  </p:clrMapOvr>
  <p:transition spd="med"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0506657"/>
      </p:ext>
    </p:extLst>
  </p:cSld>
  <p:clrMapOvr>
    <a:masterClrMapping/>
  </p:clrMapOvr>
  <p:transition spd="med"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993665"/>
      </p:ext>
    </p:extLst>
  </p:cSld>
  <p:clrMapOvr>
    <a:masterClrMapping/>
  </p:clrMapOvr>
  <p:transition spd="med"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914334"/>
      </p:ext>
    </p:extLst>
  </p:cSld>
  <p:clrMapOvr>
    <a:masterClrMapping/>
  </p:clrMapOvr>
  <p:transition spd="med"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048793"/>
      </p:ext>
    </p:extLst>
  </p:cSld>
  <p:clrMapOvr>
    <a:masterClrMapping/>
  </p:clrMapOvr>
  <p:transition spd="med"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544746"/>
      </p:ext>
    </p:extLst>
  </p:cSld>
  <p:clrMapOvr>
    <a:masterClrMapping/>
  </p:clrMapOvr>
  <p:transition spd="med"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273208"/>
      </p:ext>
    </p:extLst>
  </p:cSld>
  <p:clrMapOvr>
    <a:masterClrMapping/>
  </p:clrMapOvr>
  <p:transition spd="med"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158386"/>
      </p:ext>
    </p:extLst>
  </p:cSld>
  <p:clrMapOvr>
    <a:masterClrMapping/>
  </p:clrMapOvr>
  <p:transition spd="med"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7628304"/>
      </p:ext>
    </p:extLst>
  </p:cSld>
  <p:clrMapOvr>
    <a:masterClrMapping/>
  </p:clrMapOvr>
  <p:transition spd="med"/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209994339"/>
      </p:ext>
    </p:extLst>
  </p:cSld>
  <p:clrMapOvr>
    <a:masterClrMapping/>
  </p:clrMapOvr>
  <p:transition spd="med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89610336"/>
      </p:ext>
    </p:extLst>
  </p:cSld>
  <p:clrMapOvr>
    <a:masterClrMapping/>
  </p:clrMapOvr>
  <p:transition spd="med"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7999817"/>
      </p:ext>
    </p:extLst>
  </p:cSld>
  <p:clrMapOvr>
    <a:masterClrMapping/>
  </p:clrMapOvr>
  <p:transition spd="med"/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359179"/>
      </p:ext>
    </p:extLst>
  </p:cSld>
  <p:clrMapOvr>
    <a:masterClrMapping/>
  </p:clrMapOvr>
  <p:transition spd="med"/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11112"/>
      </p:ext>
    </p:extLst>
  </p:cSld>
  <p:clrMapOvr>
    <a:masterClrMapping/>
  </p:clrMapOvr>
  <p:transition spd="med"/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759341"/>
      </p:ext>
    </p:extLst>
  </p:cSld>
  <p:clrMapOvr>
    <a:masterClrMapping/>
  </p:clrMapOvr>
  <p:transition spd="med"/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699775"/>
      </p:ext>
    </p:extLst>
  </p:cSld>
  <p:clrMapOvr>
    <a:masterClrMapping/>
  </p:clrMapOvr>
  <p:transition spd="med"/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805951"/>
      </p:ext>
    </p:extLst>
  </p:cSld>
  <p:clrMapOvr>
    <a:masterClrMapping/>
  </p:clrMapOvr>
  <p:transition spd="med"/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526848"/>
      </p:ext>
    </p:extLst>
  </p:cSld>
  <p:clrMapOvr>
    <a:masterClrMapping/>
  </p:clrMapOvr>
  <p:transition spd="med"/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612680"/>
      </p:ext>
    </p:extLst>
  </p:cSld>
  <p:clrMapOvr>
    <a:masterClrMapping/>
  </p:clrMapOvr>
  <p:transition spd="med"/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282182"/>
      </p:ext>
    </p:extLst>
  </p:cSld>
  <p:clrMapOvr>
    <a:masterClrMapping/>
  </p:clrMapOvr>
  <p:transition spd="med"/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365040"/>
      </p:ext>
    </p:extLst>
  </p:cSld>
  <p:clrMapOvr>
    <a:masterClrMapping/>
  </p:clrMapOvr>
  <p:transition spd="med"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938650"/>
      </p:ext>
    </p:extLst>
  </p:cSld>
  <p:clrMapOvr>
    <a:masterClrMapping/>
  </p:clrMapOvr>
  <p:transition spd="med"/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831295"/>
      </p:ext>
    </p:extLst>
  </p:cSld>
  <p:clrMapOvr>
    <a:masterClrMapping/>
  </p:clrMapOvr>
  <p:transition spd="med"/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636776"/>
      </p:ext>
    </p:extLst>
  </p:cSld>
  <p:clrMapOvr>
    <a:masterClrMapping/>
  </p:clrMapOvr>
  <p:transition spd="med"/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371510"/>
      </p:ext>
    </p:extLst>
  </p:cSld>
  <p:clrMapOvr>
    <a:masterClrMapping/>
  </p:clrMapOvr>
  <p:transition spd="med"/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049030"/>
      </p:ext>
    </p:extLst>
  </p:cSld>
  <p:clrMapOvr>
    <a:masterClrMapping/>
  </p:clrMapOvr>
  <p:transition spd="med"/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507072"/>
      </p:ext>
    </p:extLst>
  </p:cSld>
  <p:clrMapOvr>
    <a:masterClrMapping/>
  </p:clrMapOvr>
  <p:transition spd="med"/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677755"/>
      </p:ext>
    </p:extLst>
  </p:cSld>
  <p:clrMapOvr>
    <a:masterClrMapping/>
  </p:clrMapOvr>
  <p:transition spd="med"/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11894"/>
      </p:ext>
    </p:extLst>
  </p:cSld>
  <p:clrMapOvr>
    <a:masterClrMapping/>
  </p:clrMapOvr>
  <p:transition spd="med"/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01373"/>
      </p:ext>
    </p:extLst>
  </p:cSld>
  <p:clrMapOvr>
    <a:masterClrMapping/>
  </p:clrMapOvr>
  <p:transition spd="med"/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81872271"/>
      </p:ext>
    </p:extLst>
  </p:cSld>
  <p:clrMapOvr>
    <a:masterClrMapping/>
  </p:clrMapOvr>
  <p:transition spd="med"/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381154"/>
      </p:ext>
    </p:extLst>
  </p:cSld>
  <p:clrMapOvr>
    <a:masterClrMapping/>
  </p:clrMapOvr>
  <p:transition spd="med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572396"/>
      </p:ext>
    </p:extLst>
  </p:cSld>
  <p:clrMapOvr>
    <a:masterClrMapping/>
  </p:clrMapOvr>
  <p:transition spd="med"/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89548"/>
      </p:ext>
    </p:extLst>
  </p:cSld>
  <p:clrMapOvr>
    <a:masterClrMapping/>
  </p:clrMapOvr>
  <p:transition spd="med"/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583070"/>
      </p:ext>
    </p:extLst>
  </p:cSld>
  <p:clrMapOvr>
    <a:masterClrMapping/>
  </p:clrMapOvr>
  <p:transition spd="med"/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470538"/>
      </p:ext>
    </p:extLst>
  </p:cSld>
  <p:clrMapOvr>
    <a:masterClrMapping/>
  </p:clrMapOvr>
  <p:transition spd="med"/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001738"/>
      </p:ext>
    </p:extLst>
  </p:cSld>
  <p:clrMapOvr>
    <a:masterClrMapping/>
  </p:clrMapOvr>
  <p:transition spd="med"/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2364629"/>
      </p:ext>
    </p:extLst>
  </p:cSld>
  <p:clrMapOvr>
    <a:masterClrMapping/>
  </p:clrMapOvr>
  <p:transition spd="med"/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04398283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85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29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6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26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108.xml"/><Relationship Id="rId29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11.xml"/><Relationship Id="rId28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102.xml"/><Relationship Id="rId22" Type="http://schemas.openxmlformats.org/officeDocument/2006/relationships/slideLayout" Target="../slideLayouts/slideLayout110.xml"/><Relationship Id="rId27" Type="http://schemas.openxmlformats.org/officeDocument/2006/relationships/slideLayout" Target="../slideLayouts/slideLayout115.xml"/><Relationship Id="rId30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30.xml"/><Relationship Id="rId18" Type="http://schemas.openxmlformats.org/officeDocument/2006/relationships/slideLayout" Target="../slideLayouts/slideLayout135.xml"/><Relationship Id="rId26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20.xml"/><Relationship Id="rId21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134.xml"/><Relationship Id="rId25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33.xml"/><Relationship Id="rId20" Type="http://schemas.openxmlformats.org/officeDocument/2006/relationships/slideLayout" Target="../slideLayouts/slideLayout137.xml"/><Relationship Id="rId29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2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2.xml"/><Relationship Id="rId23" Type="http://schemas.openxmlformats.org/officeDocument/2006/relationships/slideLayout" Target="../slideLayouts/slideLayout140.xml"/><Relationship Id="rId28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31.xml"/><Relationship Id="rId22" Type="http://schemas.openxmlformats.org/officeDocument/2006/relationships/slideLayout" Target="../slideLayouts/slideLayout139.xml"/><Relationship Id="rId27" Type="http://schemas.openxmlformats.org/officeDocument/2006/relationships/slideLayout" Target="../slideLayouts/slideLayout144.xml"/><Relationship Id="rId30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4.xml"/><Relationship Id="rId26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49.xml"/><Relationship Id="rId21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63.xml"/><Relationship Id="rId25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48.xml"/><Relationship Id="rId16" Type="http://schemas.openxmlformats.org/officeDocument/2006/relationships/slideLayout" Target="../slideLayouts/slideLayout162.xml"/><Relationship Id="rId20" Type="http://schemas.openxmlformats.org/officeDocument/2006/relationships/slideLayout" Target="../slideLayouts/slideLayout166.xml"/><Relationship Id="rId29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7.xml"/><Relationship Id="rId24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51.xml"/><Relationship Id="rId15" Type="http://schemas.openxmlformats.org/officeDocument/2006/relationships/slideLayout" Target="../slideLayouts/slideLayout161.xml"/><Relationship Id="rId23" Type="http://schemas.openxmlformats.org/officeDocument/2006/relationships/slideLayout" Target="../slideLayouts/slideLayout169.xml"/><Relationship Id="rId28" Type="http://schemas.openxmlformats.org/officeDocument/2006/relationships/slideLayout" Target="../slideLayouts/slideLayout174.xml"/><Relationship Id="rId10" Type="http://schemas.openxmlformats.org/officeDocument/2006/relationships/slideLayout" Target="../slideLayouts/slideLayout156.xml"/><Relationship Id="rId19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60.xml"/><Relationship Id="rId22" Type="http://schemas.openxmlformats.org/officeDocument/2006/relationships/slideLayout" Target="../slideLayouts/slideLayout168.xml"/><Relationship Id="rId27" Type="http://schemas.openxmlformats.org/officeDocument/2006/relationships/slideLayout" Target="../slideLayouts/slideLayout173.xml"/><Relationship Id="rId30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3.xml"/><Relationship Id="rId13" Type="http://schemas.openxmlformats.org/officeDocument/2006/relationships/slideLayout" Target="../slideLayouts/slideLayout188.xml"/><Relationship Id="rId18" Type="http://schemas.openxmlformats.org/officeDocument/2006/relationships/slideLayout" Target="../slideLayouts/slideLayout193.xml"/><Relationship Id="rId26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178.xml"/><Relationship Id="rId21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182.xml"/><Relationship Id="rId12" Type="http://schemas.openxmlformats.org/officeDocument/2006/relationships/slideLayout" Target="../slideLayouts/slideLayout187.xml"/><Relationship Id="rId17" Type="http://schemas.openxmlformats.org/officeDocument/2006/relationships/slideLayout" Target="../slideLayouts/slideLayout192.xml"/><Relationship Id="rId25" Type="http://schemas.openxmlformats.org/officeDocument/2006/relationships/slideLayout" Target="../slideLayouts/slideLayout200.xml"/><Relationship Id="rId2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91.xml"/><Relationship Id="rId20" Type="http://schemas.openxmlformats.org/officeDocument/2006/relationships/slideLayout" Target="../slideLayouts/slideLayout195.xml"/><Relationship Id="rId29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176.xml"/><Relationship Id="rId6" Type="http://schemas.openxmlformats.org/officeDocument/2006/relationships/slideLayout" Target="../slideLayouts/slideLayout181.xml"/><Relationship Id="rId11" Type="http://schemas.openxmlformats.org/officeDocument/2006/relationships/slideLayout" Target="../slideLayouts/slideLayout186.xml"/><Relationship Id="rId24" Type="http://schemas.openxmlformats.org/officeDocument/2006/relationships/slideLayout" Target="../slideLayouts/slideLayout199.xml"/><Relationship Id="rId5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90.xml"/><Relationship Id="rId23" Type="http://schemas.openxmlformats.org/officeDocument/2006/relationships/slideLayout" Target="../slideLayouts/slideLayout198.xml"/><Relationship Id="rId28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185.xml"/><Relationship Id="rId19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79.xml"/><Relationship Id="rId9" Type="http://schemas.openxmlformats.org/officeDocument/2006/relationships/slideLayout" Target="../slideLayouts/slideLayout184.xml"/><Relationship Id="rId14" Type="http://schemas.openxmlformats.org/officeDocument/2006/relationships/slideLayout" Target="../slideLayouts/slideLayout189.xml"/><Relationship Id="rId22" Type="http://schemas.openxmlformats.org/officeDocument/2006/relationships/slideLayout" Target="../slideLayouts/slideLayout197.xml"/><Relationship Id="rId27" Type="http://schemas.openxmlformats.org/officeDocument/2006/relationships/slideLayout" Target="../slideLayouts/slideLayout202.xml"/><Relationship Id="rId30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slideLayout" Target="../slideLayouts/slideLayout230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29" Type="http://schemas.openxmlformats.org/officeDocument/2006/relationships/slideLayout" Target="../slideLayouts/slideLayout233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slideLayout" Target="../slideLayouts/slideLayout232.xml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slideLayout" Target="../slideLayouts/slideLayout231.xml"/><Relationship Id="rId30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76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7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20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777" r:id="rId25"/>
    <p:sldLayoutId id="2147483778" r:id="rId26"/>
    <p:sldLayoutId id="2147483779" r:id="rId27"/>
    <p:sldLayoutId id="2147483780" r:id="rId28"/>
    <p:sldLayoutId id="214748378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93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800" r:id="rId18"/>
    <p:sldLayoutId id="2147483801" r:id="rId19"/>
    <p:sldLayoutId id="2147483802" r:id="rId20"/>
    <p:sldLayoutId id="2147483803" r:id="rId21"/>
    <p:sldLayoutId id="2147483804" r:id="rId22"/>
    <p:sldLayoutId id="2147483805" r:id="rId23"/>
    <p:sldLayoutId id="2147483806" r:id="rId24"/>
    <p:sldLayoutId id="2147483807" r:id="rId25"/>
    <p:sldLayoutId id="2147483808" r:id="rId26"/>
    <p:sldLayoutId id="2147483809" r:id="rId27"/>
    <p:sldLayoutId id="2147483810" r:id="rId28"/>
    <p:sldLayoutId id="214748381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85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  <p:sldLayoutId id="2147483840" r:id="rId28"/>
    <p:sldLayoutId id="214748384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91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  <p:sldLayoutId id="2147483860" r:id="rId18"/>
    <p:sldLayoutId id="2147483861" r:id="rId19"/>
    <p:sldLayoutId id="2147483862" r:id="rId20"/>
    <p:sldLayoutId id="2147483863" r:id="rId21"/>
    <p:sldLayoutId id="2147483864" r:id="rId22"/>
    <p:sldLayoutId id="2147483865" r:id="rId23"/>
    <p:sldLayoutId id="2147483866" r:id="rId24"/>
    <p:sldLayoutId id="2147483867" r:id="rId25"/>
    <p:sldLayoutId id="2147483868" r:id="rId26"/>
    <p:sldLayoutId id="2147483869" r:id="rId27"/>
    <p:sldLayoutId id="2147483870" r:id="rId28"/>
    <p:sldLayoutId id="214748387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A012744-83EA-40E2-A232-C7025D4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615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  <p:sldLayoutId id="2147483892" r:id="rId20"/>
    <p:sldLayoutId id="2147483893" r:id="rId21"/>
    <p:sldLayoutId id="2147483894" r:id="rId22"/>
    <p:sldLayoutId id="2147483895" r:id="rId23"/>
    <p:sldLayoutId id="2147483896" r:id="rId24"/>
    <p:sldLayoutId id="2147483897" r:id="rId25"/>
    <p:sldLayoutId id="2147483898" r:id="rId26"/>
    <p:sldLayoutId id="2147483899" r:id="rId27"/>
    <p:sldLayoutId id="2147483900" r:id="rId28"/>
    <p:sldLayoutId id="214748390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6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855B1E2-3A2B-082D-4816-DB8A3F6EA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9" y="72"/>
            <a:ext cx="12188825" cy="685792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3AC548D-1FB0-261C-C8CC-E23C7F86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Microsoft Releases Visual Studio 2022 </a:t>
            </a:r>
            <a:r>
              <a:rPr lang="en-US" altLang="zh-CN" sz="3600" dirty="0" err="1"/>
              <a:t>v17.14</a:t>
            </a:r>
            <a:r>
              <a:rPr lang="en-US" altLang="zh-CN" sz="3600" dirty="0"/>
              <a:t> Preview 2</a:t>
            </a: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70B086-C00E-1187-BBE7-D9A38CBB31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A79E37-B8D0-C6CB-4E3E-C9D9DE6DE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1177" y="2542923"/>
            <a:ext cx="3058160" cy="1020314"/>
            <a:chOff x="547688" y="952500"/>
            <a:chExt cx="12190413" cy="406717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06F68B-953B-408E-DE4B-1F678045BB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F1AD7F7-B377-C0B1-8682-F0ADA139B0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30519F1-A678-420D-1D26-3759BD8315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52D2550-AD5A-4382-DFBC-8231BAF349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4B6976B-14E6-ABD0-315F-E9F5746A2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5EAF701-5392-9E6A-CC3E-7D7CCF0ADB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906165-3A5F-117D-A4A5-8E222CAF8F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reeform 5">
            <a:extLst>
              <a:ext uri="{FF2B5EF4-FFF2-40B4-BE49-F238E27FC236}">
                <a16:creationId xmlns:a16="http://schemas.microsoft.com/office/drawing/2014/main" id="{6E9F7630-8046-9B2C-F2C9-E876E4D5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1922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7F3E1E-AD33-B8B3-F7EB-918F656EC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1922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9038197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Topic Agenda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/>
              <a:t>1. Introduction to Visual Studio 2022
2. Key Features of v17.14 Preview 2
3. Enhanced Developer Productivity
4. Improved Performance and Stability
5. Community Feedback and Future Updates</a:t>
            </a:r>
            <a:endParaRPr lang="zh-CN" altLang="zh-CN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F73B136-209E-5534-4C4B-6C7773B615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71117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D69DD35A-4EFC-1EC5-1D48-7BA495F38E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8002" y="1"/>
            <a:ext cx="5332410" cy="6857999"/>
          </a:xfrm>
          <a:prstGeom prst="rect">
            <a:avLst/>
          </a:prstGeom>
          <a:solidFill>
            <a:schemeClr val="accent3">
              <a:lumMod val="2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435382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14BE54-69B4-0217-BB86-5F3E55C6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Introduction to Visual Studio 2022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C99FD-D1D5-5078-B1F9-57CFA59EDF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A622C0-FA6F-0D1B-7BB3-4AF5E068D2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1382267"/>
            <a:ext cx="10671048" cy="16822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A powerful integrated development environment (IDE) for building applications across multiple platforms.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9F5637-8F92-61FC-2466-06032A6C6F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3128125"/>
            <a:ext cx="10671048" cy="1682263"/>
          </a:xfrm>
          <a:prstGeom prst="rect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Supports .NET, C++, Python, Java, and more.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CCD1F5-0840-625B-9C0E-6203C21647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4873985"/>
            <a:ext cx="10671048" cy="168226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Offers advanced debugging tools, code editing, and collaboration features.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40534F7-727F-AE8A-6FA8-314DA9E53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95148" y="3442160"/>
            <a:ext cx="1054190" cy="105419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415E3A6-4F62-D134-410A-42C155829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95148" y="5188022"/>
            <a:ext cx="1054186" cy="105418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9273ABB-B9D6-0830-8A97-36028FBD0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95148" y="1696305"/>
            <a:ext cx="1054184" cy="10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9122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72E6B0-E10C-846F-08EF-D2FCE6FE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Key Features of v17.14 Preview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3D06DC-0CB3-5959-193F-DA448BBE13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D14A9C-D492-62A7-9A4D-EB8A656BE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9" y="1407691"/>
            <a:ext cx="12188825" cy="47379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sz="1600" err="1">
              <a:solidFill>
                <a:prstClr val="white"/>
              </a:solidFill>
            </a:endParaRPr>
          </a:p>
        </p:txBody>
      </p:sp>
      <p:sp>
        <p:nvSpPr>
          <p:cNvPr id="14" name="文本框 15">
            <a:extLst>
              <a:ext uri="{FF2B5EF4-FFF2-40B4-BE49-F238E27FC236}">
                <a16:creationId xmlns:a16="http://schemas.microsoft.com/office/drawing/2014/main" id="{1715D00A-9370-5845-3DF8-923A5DEC5159}"/>
              </a:ext>
            </a:extLst>
          </p:cNvPr>
          <p:cNvSpPr txBox="1"/>
          <p:nvPr/>
        </p:nvSpPr>
        <p:spPr>
          <a:xfrm>
            <a:off x="1768873" y="2354814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AI-Assisted Code Completion: Enhanced IntelliCode with improved suggestions.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845E7934-7A73-D7E8-8CE6-42A40E22296E}"/>
              </a:ext>
            </a:extLst>
          </p:cNvPr>
          <p:cNvSpPr txBox="1"/>
          <p:nvPr/>
        </p:nvSpPr>
        <p:spPr>
          <a:xfrm>
            <a:off x="1768873" y="4293283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Improved Debugging Tools: Faster and more reliable debugging experience.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D9F995-8D9B-1145-C003-FB1D168E9A9A}"/>
              </a:ext>
            </a:extLst>
          </p:cNvPr>
          <p:cNvSpPr txBox="1"/>
          <p:nvPr/>
        </p:nvSpPr>
        <p:spPr>
          <a:xfrm>
            <a:off x="7260590" y="2354814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Cross-Platform Support: Better support for Linux and macOS developers.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5">
            <a:extLst>
              <a:ext uri="{FF2B5EF4-FFF2-40B4-BE49-F238E27FC236}">
                <a16:creationId xmlns:a16="http://schemas.microsoft.com/office/drawing/2014/main" id="{D89D7069-2288-8E83-FB96-C7E465DEB438}"/>
              </a:ext>
            </a:extLst>
          </p:cNvPr>
          <p:cNvSpPr txBox="1"/>
          <p:nvPr/>
        </p:nvSpPr>
        <p:spPr>
          <a:xfrm>
            <a:off x="7260590" y="4293283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Enhanced Performance: Faster startup times and reduced memory usage.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56D8D8C-ECD3-0535-0399-188EDE92C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3318" y="4293283"/>
            <a:ext cx="833414" cy="833414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327F3101-AB84-1032-8992-218FD97C1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3322" y="2354814"/>
            <a:ext cx="833410" cy="83341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D0E3B46-95A2-6055-4AD8-6A3650B09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67850" y="2354815"/>
            <a:ext cx="833411" cy="83341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92BBD9F-EF8B-1B54-B3C7-FD8DC0894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72861" y="4293284"/>
            <a:ext cx="833413" cy="83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9258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14BE54-69B4-0217-BB86-5F3E55C6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Enhanced Developer Productivity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C99FD-D1D5-5078-B1F9-57CFA59EDF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A622C0-FA6F-0D1B-7BB3-4AF5E068D2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1382267"/>
            <a:ext cx="10671048" cy="16822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Streamlined workflows with AI-driven productivity tools.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9F5637-8F92-61FC-2466-06032A6C6F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3128125"/>
            <a:ext cx="10671048" cy="1682263"/>
          </a:xfrm>
          <a:prstGeom prst="rect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Customizable workspaces tailored to individual developer needs.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CCD1F5-0840-625B-9C0E-6203C21647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4873985"/>
            <a:ext cx="10671048" cy="168226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Integration with popular third-party tools and services.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40534F7-727F-AE8A-6FA8-314DA9E53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95148" y="3442160"/>
            <a:ext cx="1054190" cy="105419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415E3A6-4F62-D134-410A-42C155829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95148" y="5188022"/>
            <a:ext cx="1054186" cy="105418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9273ABB-B9D6-0830-8A97-36028FBD0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95148" y="1696305"/>
            <a:ext cx="1054184" cy="10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003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14BE54-69B4-0217-BB86-5F3E55C6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Improved Performance and Stability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C99FD-D1D5-5078-B1F9-57CFA59EDF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A622C0-FA6F-0D1B-7BB3-4AF5E068D2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1382267"/>
            <a:ext cx="10671048" cy="16822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Optimized resource management for large-scale projects.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9F5637-8F92-61FC-2466-06032A6C6F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3128125"/>
            <a:ext cx="10671048" cy="1682263"/>
          </a:xfrm>
          <a:prstGeom prst="rect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Reduced crashes and freezes during development.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CCD1F5-0840-625B-9C0E-6203C21647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4873985"/>
            <a:ext cx="10671048" cy="168226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Regular updates to ensure compatibility with the latest technologies.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40534F7-727F-AE8A-6FA8-314DA9E53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95148" y="3442160"/>
            <a:ext cx="1054190" cy="105419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415E3A6-4F62-D134-410A-42C155829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95148" y="5188022"/>
            <a:ext cx="1054186" cy="105418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9273ABB-B9D6-0830-8A97-36028FBD0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95148" y="1696305"/>
            <a:ext cx="1054184" cy="10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4720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14BE54-69B4-0217-BB86-5F3E55C6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Community Feedback and Future Updates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C99FD-D1D5-5078-B1F9-57CFA59EDF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A622C0-FA6F-0D1B-7BB3-4AF5E068D2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1382267"/>
            <a:ext cx="10671048" cy="16822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Active engagement with the developer community to gather feedback.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9F5637-8F92-61FC-2466-06032A6C6F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3128125"/>
            <a:ext cx="10671048" cy="1682263"/>
          </a:xfrm>
          <a:prstGeom prst="rect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Regular previews to incorporate user suggestions and improvements.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CCD1F5-0840-625B-9C0E-6203C21647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3" y="4873985"/>
            <a:ext cx="10671048" cy="168226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Ins="182880" bIns="182880" rtlCol="0" anchor="ctr" anchorCtr="0"/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Upcoming features including expanded AI capabilities and enhanced security tools.</a:t>
            </a:r>
            <a:endParaRPr kumimoji="1"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40534F7-727F-AE8A-6FA8-314DA9E53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95148" y="3442160"/>
            <a:ext cx="1054190" cy="105419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415E3A6-4F62-D134-410A-42C155829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95148" y="5188022"/>
            <a:ext cx="1054186" cy="105418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9273ABB-B9D6-0830-8A97-36028FBD0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95148" y="1696305"/>
            <a:ext cx="1054184" cy="10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6356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716BE5F-AFCC-4B8E-9376-B430E299A453}"/>
              </a:ext>
            </a:extLst>
          </p:cNvPr>
          <p:cNvSpPr txBox="1">
            <a:spLocks/>
          </p:cNvSpPr>
          <p:nvPr/>
        </p:nvSpPr>
        <p:spPr>
          <a:xfrm>
            <a:off x="11259733" y="6861790"/>
            <a:ext cx="930680" cy="232185"/>
          </a:xfrm>
          <a:prstGeom prst="rect">
            <a:avLst/>
          </a:prstGeom>
        </p:spPr>
        <p:txBody>
          <a:bodyPr/>
          <a:lstStyle>
            <a:lvl1pPr algn="ctr" defTabSz="1218987" rtl="0" eaLnBrk="1" latinLnBrk="0" hangingPunct="1">
              <a:spcBef>
                <a:spcPct val="0"/>
              </a:spcBef>
              <a:buNone/>
              <a:defRPr sz="4300" kern="1200" cap="all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r"/>
            <a:r>
              <a:rPr lang="en-US" sz="800">
                <a:solidFill>
                  <a:srgbClr val="E6E6E6"/>
                </a:solidFill>
              </a:rPr>
              <a:t>thanks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1745760-DC9D-401B-1F3E-C9A7B9398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589" y="1"/>
            <a:ext cx="12190410" cy="6857999"/>
            <a:chOff x="1" y="0"/>
            <a:chExt cx="12190410" cy="6857999"/>
          </a:xfrm>
        </p:grpSpPr>
        <p:sp>
          <p:nvSpPr>
            <p:cNvPr id="88" name="Rectangle 87" descr="Lenovo deep smarter gradient, &quot;Passion&quot; combines deep reds and purples">
              <a:extLst>
                <a:ext uri="{FF2B5EF4-FFF2-40B4-BE49-F238E27FC236}">
                  <a16:creationId xmlns:a16="http://schemas.microsoft.com/office/drawing/2014/main" id="{38BE9478-BC20-08CE-5E85-FB8E089C61A9}"/>
                </a:ext>
              </a:extLst>
            </p:cNvPr>
            <p:cNvSpPr/>
            <p:nvPr/>
          </p:nvSpPr>
          <p:spPr>
            <a:xfrm>
              <a:off x="1" y="0"/>
              <a:ext cx="12188824" cy="6857999"/>
            </a:xfrm>
            <a:prstGeom prst="rect">
              <a:avLst/>
            </a:prstGeom>
            <a:gradFill>
              <a:gsLst>
                <a:gs pos="100000">
                  <a:srgbClr val="391262"/>
                </a:gs>
                <a:gs pos="26000">
                  <a:srgbClr val="64131E"/>
                </a:gs>
                <a:gs pos="0">
                  <a:srgbClr val="831B22"/>
                </a:gs>
                <a:gs pos="66000">
                  <a:srgbClr val="4D144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endParaRPr lang="en-US" sz="1200" b="1">
                <a:solidFill>
                  <a:prstClr val="white"/>
                </a:solidFill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4E21F3E-80EF-2D05-227B-13B428EE3CDD}"/>
                </a:ext>
              </a:extLst>
            </p:cNvPr>
            <p:cNvGrpSpPr/>
            <p:nvPr/>
          </p:nvGrpSpPr>
          <p:grpSpPr>
            <a:xfrm>
              <a:off x="1538947" y="3561907"/>
              <a:ext cx="7851377" cy="1769127"/>
              <a:chOff x="541049" y="2649538"/>
              <a:chExt cx="9285724" cy="2092325"/>
            </a:xfrm>
            <a:solidFill>
              <a:schemeClr val="bg1"/>
            </a:solidFill>
          </p:grpSpPr>
          <p:sp>
            <p:nvSpPr>
              <p:cNvPr id="48" name="Freeform 5">
                <a:extLst>
                  <a:ext uri="{FF2B5EF4-FFF2-40B4-BE49-F238E27FC236}">
                    <a16:creationId xmlns:a16="http://schemas.microsoft.com/office/drawing/2014/main" id="{61E3FE5B-B3EE-3529-225F-B364288E7A2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41049" y="2809876"/>
                <a:ext cx="963613" cy="1928813"/>
              </a:xfrm>
              <a:custGeom>
                <a:avLst/>
                <a:gdLst>
                  <a:gd name="T0" fmla="*/ 57 w 301"/>
                  <a:gd name="T1" fmla="*/ 458 h 600"/>
                  <a:gd name="T2" fmla="*/ 57 w 301"/>
                  <a:gd name="T3" fmla="*/ 235 h 600"/>
                  <a:gd name="T4" fmla="*/ 0 w 301"/>
                  <a:gd name="T5" fmla="*/ 235 h 600"/>
                  <a:gd name="T6" fmla="*/ 0 w 301"/>
                  <a:gd name="T7" fmla="*/ 121 h 600"/>
                  <a:gd name="T8" fmla="*/ 57 w 301"/>
                  <a:gd name="T9" fmla="*/ 121 h 600"/>
                  <a:gd name="T10" fmla="*/ 57 w 301"/>
                  <a:gd name="T11" fmla="*/ 0 h 600"/>
                  <a:gd name="T12" fmla="*/ 190 w 301"/>
                  <a:gd name="T13" fmla="*/ 0 h 600"/>
                  <a:gd name="T14" fmla="*/ 190 w 301"/>
                  <a:gd name="T15" fmla="*/ 121 h 600"/>
                  <a:gd name="T16" fmla="*/ 301 w 301"/>
                  <a:gd name="T17" fmla="*/ 121 h 600"/>
                  <a:gd name="T18" fmla="*/ 301 w 301"/>
                  <a:gd name="T19" fmla="*/ 235 h 600"/>
                  <a:gd name="T20" fmla="*/ 190 w 301"/>
                  <a:gd name="T21" fmla="*/ 235 h 600"/>
                  <a:gd name="T22" fmla="*/ 190 w 301"/>
                  <a:gd name="T23" fmla="*/ 436 h 600"/>
                  <a:gd name="T24" fmla="*/ 233 w 301"/>
                  <a:gd name="T25" fmla="*/ 482 h 600"/>
                  <a:gd name="T26" fmla="*/ 299 w 301"/>
                  <a:gd name="T27" fmla="*/ 465 h 600"/>
                  <a:gd name="T28" fmla="*/ 299 w 301"/>
                  <a:gd name="T29" fmla="*/ 573 h 600"/>
                  <a:gd name="T30" fmla="*/ 194 w 301"/>
                  <a:gd name="T31" fmla="*/ 600 h 600"/>
                  <a:gd name="T32" fmla="*/ 57 w 301"/>
                  <a:gd name="T33" fmla="*/ 458 h 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01" h="600">
                    <a:moveTo>
                      <a:pt x="57" y="458"/>
                    </a:moveTo>
                    <a:cubicBezTo>
                      <a:pt x="57" y="235"/>
                      <a:pt x="57" y="235"/>
                      <a:pt x="57" y="235"/>
                    </a:cubicBezTo>
                    <a:cubicBezTo>
                      <a:pt x="0" y="235"/>
                      <a:pt x="0" y="235"/>
                      <a:pt x="0" y="235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57" y="121"/>
                      <a:pt x="57" y="121"/>
                      <a:pt x="57" y="121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190" y="0"/>
                      <a:pt x="190" y="0"/>
                      <a:pt x="190" y="0"/>
                    </a:cubicBezTo>
                    <a:cubicBezTo>
                      <a:pt x="190" y="121"/>
                      <a:pt x="190" y="121"/>
                      <a:pt x="190" y="121"/>
                    </a:cubicBezTo>
                    <a:cubicBezTo>
                      <a:pt x="301" y="121"/>
                      <a:pt x="301" y="121"/>
                      <a:pt x="301" y="121"/>
                    </a:cubicBezTo>
                    <a:cubicBezTo>
                      <a:pt x="301" y="235"/>
                      <a:pt x="301" y="235"/>
                      <a:pt x="301" y="235"/>
                    </a:cubicBezTo>
                    <a:cubicBezTo>
                      <a:pt x="190" y="235"/>
                      <a:pt x="190" y="235"/>
                      <a:pt x="190" y="235"/>
                    </a:cubicBezTo>
                    <a:cubicBezTo>
                      <a:pt x="190" y="436"/>
                      <a:pt x="190" y="436"/>
                      <a:pt x="190" y="436"/>
                    </a:cubicBezTo>
                    <a:cubicBezTo>
                      <a:pt x="190" y="467"/>
                      <a:pt x="203" y="482"/>
                      <a:pt x="233" y="482"/>
                    </a:cubicBezTo>
                    <a:cubicBezTo>
                      <a:pt x="258" y="482"/>
                      <a:pt x="280" y="476"/>
                      <a:pt x="299" y="465"/>
                    </a:cubicBezTo>
                    <a:cubicBezTo>
                      <a:pt x="299" y="573"/>
                      <a:pt x="299" y="573"/>
                      <a:pt x="299" y="573"/>
                    </a:cubicBezTo>
                    <a:cubicBezTo>
                      <a:pt x="271" y="590"/>
                      <a:pt x="239" y="600"/>
                      <a:pt x="194" y="600"/>
                    </a:cubicBezTo>
                    <a:cubicBezTo>
                      <a:pt x="112" y="600"/>
                      <a:pt x="57" y="568"/>
                      <a:pt x="57" y="4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6">
                <a:extLst>
                  <a:ext uri="{FF2B5EF4-FFF2-40B4-BE49-F238E27FC236}">
                    <a16:creationId xmlns:a16="http://schemas.microsoft.com/office/drawing/2014/main" id="{A61BB553-4DAB-33BE-69BE-F3EE0AFB8C9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708151" y="2649538"/>
                <a:ext cx="1382713" cy="2063750"/>
              </a:xfrm>
              <a:custGeom>
                <a:avLst/>
                <a:gdLst>
                  <a:gd name="T0" fmla="*/ 0 w 432"/>
                  <a:gd name="T1" fmla="*/ 0 h 642"/>
                  <a:gd name="T2" fmla="*/ 134 w 432"/>
                  <a:gd name="T3" fmla="*/ 0 h 642"/>
                  <a:gd name="T4" fmla="*/ 134 w 432"/>
                  <a:gd name="T5" fmla="*/ 237 h 642"/>
                  <a:gd name="T6" fmla="*/ 272 w 432"/>
                  <a:gd name="T7" fmla="*/ 162 h 642"/>
                  <a:gd name="T8" fmla="*/ 432 w 432"/>
                  <a:gd name="T9" fmla="*/ 337 h 642"/>
                  <a:gd name="T10" fmla="*/ 432 w 432"/>
                  <a:gd name="T11" fmla="*/ 642 h 642"/>
                  <a:gd name="T12" fmla="*/ 298 w 432"/>
                  <a:gd name="T13" fmla="*/ 642 h 642"/>
                  <a:gd name="T14" fmla="*/ 298 w 432"/>
                  <a:gd name="T15" fmla="*/ 379 h 642"/>
                  <a:gd name="T16" fmla="*/ 218 w 432"/>
                  <a:gd name="T17" fmla="*/ 283 h 642"/>
                  <a:gd name="T18" fmla="*/ 134 w 432"/>
                  <a:gd name="T19" fmla="*/ 379 h 642"/>
                  <a:gd name="T20" fmla="*/ 134 w 432"/>
                  <a:gd name="T21" fmla="*/ 642 h 642"/>
                  <a:gd name="T22" fmla="*/ 0 w 432"/>
                  <a:gd name="T23" fmla="*/ 642 h 642"/>
                  <a:gd name="T24" fmla="*/ 0 w 432"/>
                  <a:gd name="T25" fmla="*/ 0 h 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2" h="642">
                    <a:moveTo>
                      <a:pt x="0" y="0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134" y="237"/>
                      <a:pt x="134" y="237"/>
                      <a:pt x="134" y="237"/>
                    </a:cubicBezTo>
                    <a:cubicBezTo>
                      <a:pt x="165" y="198"/>
                      <a:pt x="204" y="162"/>
                      <a:pt x="272" y="162"/>
                    </a:cubicBezTo>
                    <a:cubicBezTo>
                      <a:pt x="373" y="162"/>
                      <a:pt x="432" y="229"/>
                      <a:pt x="432" y="337"/>
                    </a:cubicBezTo>
                    <a:cubicBezTo>
                      <a:pt x="432" y="642"/>
                      <a:pt x="432" y="642"/>
                      <a:pt x="432" y="642"/>
                    </a:cubicBezTo>
                    <a:cubicBezTo>
                      <a:pt x="298" y="642"/>
                      <a:pt x="298" y="642"/>
                      <a:pt x="298" y="642"/>
                    </a:cubicBezTo>
                    <a:cubicBezTo>
                      <a:pt x="298" y="379"/>
                      <a:pt x="298" y="379"/>
                      <a:pt x="298" y="379"/>
                    </a:cubicBezTo>
                    <a:cubicBezTo>
                      <a:pt x="298" y="316"/>
                      <a:pt x="269" y="283"/>
                      <a:pt x="218" y="283"/>
                    </a:cubicBezTo>
                    <a:cubicBezTo>
                      <a:pt x="166" y="283"/>
                      <a:pt x="134" y="316"/>
                      <a:pt x="134" y="379"/>
                    </a:cubicBezTo>
                    <a:cubicBezTo>
                      <a:pt x="134" y="642"/>
                      <a:pt x="134" y="642"/>
                      <a:pt x="134" y="642"/>
                    </a:cubicBezTo>
                    <a:cubicBezTo>
                      <a:pt x="0" y="642"/>
                      <a:pt x="0" y="642"/>
                      <a:pt x="0" y="64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7">
                <a:extLst>
                  <a:ext uri="{FF2B5EF4-FFF2-40B4-BE49-F238E27FC236}">
                    <a16:creationId xmlns:a16="http://schemas.microsoft.com/office/drawing/2014/main" id="{4B40B5F5-7965-6697-F8AF-EAC557D2F03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3261304" y="3179763"/>
                <a:ext cx="1390650" cy="1562100"/>
              </a:xfrm>
              <a:custGeom>
                <a:avLst/>
                <a:gdLst>
                  <a:gd name="T0" fmla="*/ 0 w 434"/>
                  <a:gd name="T1" fmla="*/ 342 h 486"/>
                  <a:gd name="T2" fmla="*/ 0 w 434"/>
                  <a:gd name="T3" fmla="*/ 340 h 486"/>
                  <a:gd name="T4" fmla="*/ 190 w 434"/>
                  <a:gd name="T5" fmla="*/ 189 h 486"/>
                  <a:gd name="T6" fmla="*/ 305 w 434"/>
                  <a:gd name="T7" fmla="*/ 209 h 486"/>
                  <a:gd name="T8" fmla="*/ 305 w 434"/>
                  <a:gd name="T9" fmla="*/ 201 h 486"/>
                  <a:gd name="T10" fmla="*/ 204 w 434"/>
                  <a:gd name="T11" fmla="*/ 115 h 486"/>
                  <a:gd name="T12" fmla="*/ 74 w 434"/>
                  <a:gd name="T13" fmla="*/ 140 h 486"/>
                  <a:gd name="T14" fmla="*/ 40 w 434"/>
                  <a:gd name="T15" fmla="*/ 38 h 486"/>
                  <a:gd name="T16" fmla="*/ 223 w 434"/>
                  <a:gd name="T17" fmla="*/ 0 h 486"/>
                  <a:gd name="T18" fmla="*/ 383 w 434"/>
                  <a:gd name="T19" fmla="*/ 53 h 486"/>
                  <a:gd name="T20" fmla="*/ 434 w 434"/>
                  <a:gd name="T21" fmla="*/ 204 h 486"/>
                  <a:gd name="T22" fmla="*/ 434 w 434"/>
                  <a:gd name="T23" fmla="*/ 477 h 486"/>
                  <a:gd name="T24" fmla="*/ 304 w 434"/>
                  <a:gd name="T25" fmla="*/ 477 h 486"/>
                  <a:gd name="T26" fmla="*/ 304 w 434"/>
                  <a:gd name="T27" fmla="*/ 426 h 486"/>
                  <a:gd name="T28" fmla="*/ 162 w 434"/>
                  <a:gd name="T29" fmla="*/ 486 h 486"/>
                  <a:gd name="T30" fmla="*/ 0 w 434"/>
                  <a:gd name="T31" fmla="*/ 342 h 486"/>
                  <a:gd name="T32" fmla="*/ 307 w 434"/>
                  <a:gd name="T33" fmla="*/ 311 h 486"/>
                  <a:gd name="T34" fmla="*/ 307 w 434"/>
                  <a:gd name="T35" fmla="*/ 287 h 486"/>
                  <a:gd name="T36" fmla="*/ 222 w 434"/>
                  <a:gd name="T37" fmla="*/ 270 h 486"/>
                  <a:gd name="T38" fmla="*/ 129 w 434"/>
                  <a:gd name="T39" fmla="*/ 335 h 486"/>
                  <a:gd name="T40" fmla="*/ 129 w 434"/>
                  <a:gd name="T41" fmla="*/ 336 h 486"/>
                  <a:gd name="T42" fmla="*/ 202 w 434"/>
                  <a:gd name="T43" fmla="*/ 394 h 486"/>
                  <a:gd name="T44" fmla="*/ 307 w 434"/>
                  <a:gd name="T45" fmla="*/ 311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34" h="486">
                    <a:moveTo>
                      <a:pt x="0" y="342"/>
                    </a:moveTo>
                    <a:cubicBezTo>
                      <a:pt x="0" y="340"/>
                      <a:pt x="0" y="340"/>
                      <a:pt x="0" y="340"/>
                    </a:cubicBezTo>
                    <a:cubicBezTo>
                      <a:pt x="0" y="237"/>
                      <a:pt x="78" y="189"/>
                      <a:pt x="190" y="189"/>
                    </a:cubicBezTo>
                    <a:cubicBezTo>
                      <a:pt x="237" y="189"/>
                      <a:pt x="272" y="197"/>
                      <a:pt x="305" y="209"/>
                    </a:cubicBezTo>
                    <a:cubicBezTo>
                      <a:pt x="305" y="201"/>
                      <a:pt x="305" y="201"/>
                      <a:pt x="305" y="201"/>
                    </a:cubicBezTo>
                    <a:cubicBezTo>
                      <a:pt x="305" y="145"/>
                      <a:pt x="271" y="115"/>
                      <a:pt x="204" y="115"/>
                    </a:cubicBezTo>
                    <a:cubicBezTo>
                      <a:pt x="153" y="115"/>
                      <a:pt x="117" y="124"/>
                      <a:pt x="74" y="1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92" y="15"/>
                      <a:pt x="143" y="0"/>
                      <a:pt x="223" y="0"/>
                    </a:cubicBezTo>
                    <a:cubicBezTo>
                      <a:pt x="296" y="0"/>
                      <a:pt x="349" y="20"/>
                      <a:pt x="383" y="53"/>
                    </a:cubicBezTo>
                    <a:cubicBezTo>
                      <a:pt x="418" y="88"/>
                      <a:pt x="434" y="140"/>
                      <a:pt x="434" y="204"/>
                    </a:cubicBezTo>
                    <a:cubicBezTo>
                      <a:pt x="434" y="477"/>
                      <a:pt x="434" y="477"/>
                      <a:pt x="434" y="477"/>
                    </a:cubicBezTo>
                    <a:cubicBezTo>
                      <a:pt x="304" y="477"/>
                      <a:pt x="304" y="477"/>
                      <a:pt x="304" y="477"/>
                    </a:cubicBezTo>
                    <a:cubicBezTo>
                      <a:pt x="304" y="426"/>
                      <a:pt x="304" y="426"/>
                      <a:pt x="304" y="426"/>
                    </a:cubicBezTo>
                    <a:cubicBezTo>
                      <a:pt x="272" y="462"/>
                      <a:pt x="227" y="486"/>
                      <a:pt x="162" y="486"/>
                    </a:cubicBezTo>
                    <a:cubicBezTo>
                      <a:pt x="73" y="486"/>
                      <a:pt x="0" y="435"/>
                      <a:pt x="0" y="342"/>
                    </a:cubicBezTo>
                    <a:close/>
                    <a:moveTo>
                      <a:pt x="307" y="311"/>
                    </a:moveTo>
                    <a:cubicBezTo>
                      <a:pt x="307" y="287"/>
                      <a:pt x="307" y="287"/>
                      <a:pt x="307" y="287"/>
                    </a:cubicBezTo>
                    <a:cubicBezTo>
                      <a:pt x="284" y="277"/>
                      <a:pt x="254" y="270"/>
                      <a:pt x="222" y="270"/>
                    </a:cubicBezTo>
                    <a:cubicBezTo>
                      <a:pt x="164" y="270"/>
                      <a:pt x="129" y="292"/>
                      <a:pt x="129" y="335"/>
                    </a:cubicBezTo>
                    <a:cubicBezTo>
                      <a:pt x="129" y="336"/>
                      <a:pt x="129" y="336"/>
                      <a:pt x="129" y="336"/>
                    </a:cubicBezTo>
                    <a:cubicBezTo>
                      <a:pt x="129" y="372"/>
                      <a:pt x="159" y="394"/>
                      <a:pt x="202" y="394"/>
                    </a:cubicBezTo>
                    <a:cubicBezTo>
                      <a:pt x="265" y="394"/>
                      <a:pt x="307" y="359"/>
                      <a:pt x="307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8">
                <a:extLst>
                  <a:ext uri="{FF2B5EF4-FFF2-40B4-BE49-F238E27FC236}">
                    <a16:creationId xmlns:a16="http://schemas.microsoft.com/office/drawing/2014/main" id="{773EEC20-D0CE-CBD2-2FB5-764F7BEC360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859916" y="3170238"/>
                <a:ext cx="1384300" cy="1543050"/>
              </a:xfrm>
              <a:custGeom>
                <a:avLst/>
                <a:gdLst>
                  <a:gd name="T0" fmla="*/ 0 w 432"/>
                  <a:gd name="T1" fmla="*/ 9 h 480"/>
                  <a:gd name="T2" fmla="*/ 133 w 432"/>
                  <a:gd name="T3" fmla="*/ 9 h 480"/>
                  <a:gd name="T4" fmla="*/ 133 w 432"/>
                  <a:gd name="T5" fmla="*/ 75 h 480"/>
                  <a:gd name="T6" fmla="*/ 272 w 432"/>
                  <a:gd name="T7" fmla="*/ 0 h 480"/>
                  <a:gd name="T8" fmla="*/ 432 w 432"/>
                  <a:gd name="T9" fmla="*/ 175 h 480"/>
                  <a:gd name="T10" fmla="*/ 432 w 432"/>
                  <a:gd name="T11" fmla="*/ 480 h 480"/>
                  <a:gd name="T12" fmla="*/ 298 w 432"/>
                  <a:gd name="T13" fmla="*/ 480 h 480"/>
                  <a:gd name="T14" fmla="*/ 298 w 432"/>
                  <a:gd name="T15" fmla="*/ 217 h 480"/>
                  <a:gd name="T16" fmla="*/ 217 w 432"/>
                  <a:gd name="T17" fmla="*/ 121 h 480"/>
                  <a:gd name="T18" fmla="*/ 133 w 432"/>
                  <a:gd name="T19" fmla="*/ 217 h 480"/>
                  <a:gd name="T20" fmla="*/ 133 w 432"/>
                  <a:gd name="T21" fmla="*/ 480 h 480"/>
                  <a:gd name="T22" fmla="*/ 0 w 432"/>
                  <a:gd name="T23" fmla="*/ 480 h 480"/>
                  <a:gd name="T24" fmla="*/ 0 w 432"/>
                  <a:gd name="T25" fmla="*/ 9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2" h="480">
                    <a:moveTo>
                      <a:pt x="0" y="9"/>
                    </a:moveTo>
                    <a:cubicBezTo>
                      <a:pt x="133" y="9"/>
                      <a:pt x="133" y="9"/>
                      <a:pt x="133" y="9"/>
                    </a:cubicBezTo>
                    <a:cubicBezTo>
                      <a:pt x="133" y="75"/>
                      <a:pt x="133" y="75"/>
                      <a:pt x="133" y="75"/>
                    </a:cubicBezTo>
                    <a:cubicBezTo>
                      <a:pt x="164" y="36"/>
                      <a:pt x="204" y="0"/>
                      <a:pt x="272" y="0"/>
                    </a:cubicBezTo>
                    <a:cubicBezTo>
                      <a:pt x="373" y="0"/>
                      <a:pt x="432" y="67"/>
                      <a:pt x="432" y="175"/>
                    </a:cubicBezTo>
                    <a:cubicBezTo>
                      <a:pt x="432" y="480"/>
                      <a:pt x="432" y="480"/>
                      <a:pt x="432" y="480"/>
                    </a:cubicBezTo>
                    <a:cubicBezTo>
                      <a:pt x="298" y="480"/>
                      <a:pt x="298" y="480"/>
                      <a:pt x="298" y="480"/>
                    </a:cubicBezTo>
                    <a:cubicBezTo>
                      <a:pt x="298" y="217"/>
                      <a:pt x="298" y="217"/>
                      <a:pt x="298" y="217"/>
                    </a:cubicBezTo>
                    <a:cubicBezTo>
                      <a:pt x="298" y="154"/>
                      <a:pt x="268" y="121"/>
                      <a:pt x="217" y="121"/>
                    </a:cubicBezTo>
                    <a:cubicBezTo>
                      <a:pt x="166" y="121"/>
                      <a:pt x="133" y="154"/>
                      <a:pt x="133" y="217"/>
                    </a:cubicBezTo>
                    <a:cubicBezTo>
                      <a:pt x="133" y="480"/>
                      <a:pt x="133" y="480"/>
                      <a:pt x="133" y="480"/>
                    </a:cubicBezTo>
                    <a:cubicBezTo>
                      <a:pt x="0" y="480"/>
                      <a:pt x="0" y="480"/>
                      <a:pt x="0" y="480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9">
                <a:extLst>
                  <a:ext uri="{FF2B5EF4-FFF2-40B4-BE49-F238E27FC236}">
                    <a16:creationId xmlns:a16="http://schemas.microsoft.com/office/drawing/2014/main" id="{7618F1FC-E8AB-E575-26BE-E7783839C77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36593" y="2649538"/>
                <a:ext cx="1460500" cy="2063750"/>
              </a:xfrm>
              <a:custGeom>
                <a:avLst/>
                <a:gdLst>
                  <a:gd name="T0" fmla="*/ 0 w 920"/>
                  <a:gd name="T1" fmla="*/ 0 h 1300"/>
                  <a:gd name="T2" fmla="*/ 270 w 920"/>
                  <a:gd name="T3" fmla="*/ 0 h 1300"/>
                  <a:gd name="T4" fmla="*/ 270 w 920"/>
                  <a:gd name="T5" fmla="*/ 692 h 1300"/>
                  <a:gd name="T6" fmla="*/ 585 w 920"/>
                  <a:gd name="T7" fmla="*/ 346 h 1300"/>
                  <a:gd name="T8" fmla="*/ 908 w 920"/>
                  <a:gd name="T9" fmla="*/ 346 h 1300"/>
                  <a:gd name="T10" fmla="*/ 547 w 920"/>
                  <a:gd name="T11" fmla="*/ 721 h 1300"/>
                  <a:gd name="T12" fmla="*/ 920 w 920"/>
                  <a:gd name="T13" fmla="*/ 1300 h 1300"/>
                  <a:gd name="T14" fmla="*/ 609 w 920"/>
                  <a:gd name="T15" fmla="*/ 1300 h 1300"/>
                  <a:gd name="T16" fmla="*/ 365 w 920"/>
                  <a:gd name="T17" fmla="*/ 909 h 1300"/>
                  <a:gd name="T18" fmla="*/ 270 w 920"/>
                  <a:gd name="T19" fmla="*/ 1010 h 1300"/>
                  <a:gd name="T20" fmla="*/ 270 w 920"/>
                  <a:gd name="T21" fmla="*/ 1300 h 1300"/>
                  <a:gd name="T22" fmla="*/ 0 w 920"/>
                  <a:gd name="T23" fmla="*/ 1300 h 1300"/>
                  <a:gd name="T24" fmla="*/ 0 w 920"/>
                  <a:gd name="T25" fmla="*/ 0 h 1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20" h="1300">
                    <a:moveTo>
                      <a:pt x="0" y="0"/>
                    </a:moveTo>
                    <a:lnTo>
                      <a:pt x="270" y="0"/>
                    </a:lnTo>
                    <a:lnTo>
                      <a:pt x="270" y="692"/>
                    </a:lnTo>
                    <a:lnTo>
                      <a:pt x="585" y="346"/>
                    </a:lnTo>
                    <a:lnTo>
                      <a:pt x="908" y="346"/>
                    </a:lnTo>
                    <a:lnTo>
                      <a:pt x="547" y="721"/>
                    </a:lnTo>
                    <a:lnTo>
                      <a:pt x="920" y="1300"/>
                    </a:lnTo>
                    <a:lnTo>
                      <a:pt x="609" y="1300"/>
                    </a:lnTo>
                    <a:lnTo>
                      <a:pt x="365" y="909"/>
                    </a:lnTo>
                    <a:lnTo>
                      <a:pt x="270" y="1010"/>
                    </a:lnTo>
                    <a:lnTo>
                      <a:pt x="270" y="1300"/>
                    </a:lnTo>
                    <a:lnTo>
                      <a:pt x="0" y="130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0">
                <a:extLst>
                  <a:ext uri="{FF2B5EF4-FFF2-40B4-BE49-F238E27FC236}">
                    <a16:creationId xmlns:a16="http://schemas.microsoft.com/office/drawing/2014/main" id="{4971BFD5-00FE-3725-6402-B7AABEE04C8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919896" y="3173413"/>
                <a:ext cx="1227138" cy="1568450"/>
              </a:xfrm>
              <a:custGeom>
                <a:avLst/>
                <a:gdLst>
                  <a:gd name="T0" fmla="*/ 0 w 383"/>
                  <a:gd name="T1" fmla="*/ 417 h 488"/>
                  <a:gd name="T2" fmla="*/ 57 w 383"/>
                  <a:gd name="T3" fmla="*/ 329 h 488"/>
                  <a:gd name="T4" fmla="*/ 206 w 383"/>
                  <a:gd name="T5" fmla="*/ 385 h 488"/>
                  <a:gd name="T6" fmla="*/ 262 w 383"/>
                  <a:gd name="T7" fmla="*/ 350 h 488"/>
                  <a:gd name="T8" fmla="*/ 262 w 383"/>
                  <a:gd name="T9" fmla="*/ 348 h 488"/>
                  <a:gd name="T10" fmla="*/ 165 w 383"/>
                  <a:gd name="T11" fmla="*/ 294 h 488"/>
                  <a:gd name="T12" fmla="*/ 24 w 383"/>
                  <a:gd name="T13" fmla="*/ 152 h 488"/>
                  <a:gd name="T14" fmla="*/ 24 w 383"/>
                  <a:gd name="T15" fmla="*/ 150 h 488"/>
                  <a:gd name="T16" fmla="*/ 196 w 383"/>
                  <a:gd name="T17" fmla="*/ 0 h 488"/>
                  <a:gd name="T18" fmla="*/ 372 w 383"/>
                  <a:gd name="T19" fmla="*/ 55 h 488"/>
                  <a:gd name="T20" fmla="*/ 321 w 383"/>
                  <a:gd name="T21" fmla="*/ 147 h 488"/>
                  <a:gd name="T22" fmla="*/ 194 w 383"/>
                  <a:gd name="T23" fmla="*/ 103 h 488"/>
                  <a:gd name="T24" fmla="*/ 144 w 383"/>
                  <a:gd name="T25" fmla="*/ 136 h 488"/>
                  <a:gd name="T26" fmla="*/ 144 w 383"/>
                  <a:gd name="T27" fmla="*/ 138 h 488"/>
                  <a:gd name="T28" fmla="*/ 240 w 383"/>
                  <a:gd name="T29" fmla="*/ 194 h 488"/>
                  <a:gd name="T30" fmla="*/ 383 w 383"/>
                  <a:gd name="T31" fmla="*/ 334 h 488"/>
                  <a:gd name="T32" fmla="*/ 383 w 383"/>
                  <a:gd name="T33" fmla="*/ 336 h 488"/>
                  <a:gd name="T34" fmla="*/ 203 w 383"/>
                  <a:gd name="T35" fmla="*/ 488 h 488"/>
                  <a:gd name="T36" fmla="*/ 0 w 383"/>
                  <a:gd name="T37" fmla="*/ 417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3" h="488">
                    <a:moveTo>
                      <a:pt x="0" y="417"/>
                    </a:moveTo>
                    <a:cubicBezTo>
                      <a:pt x="57" y="329"/>
                      <a:pt x="57" y="329"/>
                      <a:pt x="57" y="329"/>
                    </a:cubicBezTo>
                    <a:cubicBezTo>
                      <a:pt x="108" y="366"/>
                      <a:pt x="162" y="385"/>
                      <a:pt x="206" y="385"/>
                    </a:cubicBezTo>
                    <a:cubicBezTo>
                      <a:pt x="245" y="385"/>
                      <a:pt x="262" y="371"/>
                      <a:pt x="262" y="350"/>
                    </a:cubicBezTo>
                    <a:cubicBezTo>
                      <a:pt x="262" y="348"/>
                      <a:pt x="262" y="348"/>
                      <a:pt x="262" y="348"/>
                    </a:cubicBezTo>
                    <a:cubicBezTo>
                      <a:pt x="262" y="319"/>
                      <a:pt x="217" y="309"/>
                      <a:pt x="165" y="294"/>
                    </a:cubicBezTo>
                    <a:cubicBezTo>
                      <a:pt x="99" y="274"/>
                      <a:pt x="24" y="243"/>
                      <a:pt x="24" y="152"/>
                    </a:cubicBezTo>
                    <a:cubicBezTo>
                      <a:pt x="24" y="150"/>
                      <a:pt x="24" y="150"/>
                      <a:pt x="24" y="150"/>
                    </a:cubicBezTo>
                    <a:cubicBezTo>
                      <a:pt x="24" y="54"/>
                      <a:pt x="101" y="0"/>
                      <a:pt x="196" y="0"/>
                    </a:cubicBezTo>
                    <a:cubicBezTo>
                      <a:pt x="256" y="0"/>
                      <a:pt x="321" y="21"/>
                      <a:pt x="372" y="55"/>
                    </a:cubicBezTo>
                    <a:cubicBezTo>
                      <a:pt x="321" y="147"/>
                      <a:pt x="321" y="147"/>
                      <a:pt x="321" y="147"/>
                    </a:cubicBezTo>
                    <a:cubicBezTo>
                      <a:pt x="275" y="120"/>
                      <a:pt x="228" y="103"/>
                      <a:pt x="194" y="103"/>
                    </a:cubicBezTo>
                    <a:cubicBezTo>
                      <a:pt x="161" y="103"/>
                      <a:pt x="144" y="118"/>
                      <a:pt x="144" y="136"/>
                    </a:cubicBezTo>
                    <a:cubicBezTo>
                      <a:pt x="144" y="138"/>
                      <a:pt x="144" y="138"/>
                      <a:pt x="144" y="138"/>
                    </a:cubicBezTo>
                    <a:cubicBezTo>
                      <a:pt x="144" y="164"/>
                      <a:pt x="189" y="176"/>
                      <a:pt x="240" y="194"/>
                    </a:cubicBezTo>
                    <a:cubicBezTo>
                      <a:pt x="306" y="216"/>
                      <a:pt x="383" y="248"/>
                      <a:pt x="383" y="334"/>
                    </a:cubicBezTo>
                    <a:cubicBezTo>
                      <a:pt x="383" y="336"/>
                      <a:pt x="383" y="336"/>
                      <a:pt x="383" y="336"/>
                    </a:cubicBezTo>
                    <a:cubicBezTo>
                      <a:pt x="383" y="440"/>
                      <a:pt x="305" y="488"/>
                      <a:pt x="203" y="488"/>
                    </a:cubicBezTo>
                    <a:cubicBezTo>
                      <a:pt x="137" y="488"/>
                      <a:pt x="63" y="466"/>
                      <a:pt x="0" y="4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Oval 11">
                <a:extLst>
                  <a:ext uri="{FF2B5EF4-FFF2-40B4-BE49-F238E27FC236}">
                    <a16:creationId xmlns:a16="http://schemas.microsoft.com/office/drawing/2014/main" id="{C9E260FC-25C6-1DD8-1927-9CB5BF43B1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9282260" y="4167188"/>
                <a:ext cx="544513" cy="546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D5961E5-DE9D-3D57-945B-FAD77A9A12F6}"/>
                </a:ext>
              </a:extLst>
            </p:cNvPr>
            <p:cNvGrpSpPr/>
            <p:nvPr/>
          </p:nvGrpSpPr>
          <p:grpSpPr>
            <a:xfrm>
              <a:off x="9390324" y="767096"/>
              <a:ext cx="2800087" cy="1898696"/>
              <a:chOff x="9390324" y="767096"/>
              <a:chExt cx="2800087" cy="1898696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54C5861-37F1-182B-ACE4-DC5B9C258097}"/>
                  </a:ext>
                </a:extLst>
              </p:cNvPr>
              <p:cNvGrpSpPr/>
              <p:nvPr userDrawn="1"/>
            </p:nvGrpSpPr>
            <p:grpSpPr>
              <a:xfrm>
                <a:off x="9390324" y="936748"/>
                <a:ext cx="1965963" cy="1042086"/>
                <a:chOff x="4988072" y="501936"/>
                <a:chExt cx="1978802" cy="1051017"/>
              </a:xfrm>
              <a:solidFill>
                <a:schemeClr val="bg1"/>
              </a:solidFill>
            </p:grpSpPr>
            <p:sp>
              <p:nvSpPr>
                <p:cNvPr id="65" name="Freeform 5">
                  <a:extLst>
                    <a:ext uri="{FF2B5EF4-FFF2-40B4-BE49-F238E27FC236}">
                      <a16:creationId xmlns:a16="http://schemas.microsoft.com/office/drawing/2014/main" id="{509F4316-756A-2C05-03D8-238992FEC17A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5559016" y="501936"/>
                  <a:ext cx="218094" cy="282813"/>
                </a:xfrm>
                <a:custGeom>
                  <a:avLst/>
                  <a:gdLst>
                    <a:gd name="T0" fmla="*/ 0 w 502"/>
                    <a:gd name="T1" fmla="*/ 550 h 651"/>
                    <a:gd name="T2" fmla="*/ 83 w 502"/>
                    <a:gd name="T3" fmla="*/ 451 h 651"/>
                    <a:gd name="T4" fmla="*/ 272 w 502"/>
                    <a:gd name="T5" fmla="*/ 528 h 651"/>
                    <a:gd name="T6" fmla="*/ 363 w 502"/>
                    <a:gd name="T7" fmla="*/ 469 h 651"/>
                    <a:gd name="T8" fmla="*/ 363 w 502"/>
                    <a:gd name="T9" fmla="*/ 467 h 651"/>
                    <a:gd name="T10" fmla="*/ 236 w 502"/>
                    <a:gd name="T11" fmla="*/ 386 h 651"/>
                    <a:gd name="T12" fmla="*/ 26 w 502"/>
                    <a:gd name="T13" fmla="*/ 192 h 651"/>
                    <a:gd name="T14" fmla="*/ 26 w 502"/>
                    <a:gd name="T15" fmla="*/ 191 h 651"/>
                    <a:gd name="T16" fmla="*/ 247 w 502"/>
                    <a:gd name="T17" fmla="*/ 0 h 651"/>
                    <a:gd name="T18" fmla="*/ 483 w 502"/>
                    <a:gd name="T19" fmla="*/ 80 h 651"/>
                    <a:gd name="T20" fmla="*/ 410 w 502"/>
                    <a:gd name="T21" fmla="*/ 185 h 651"/>
                    <a:gd name="T22" fmla="*/ 246 w 502"/>
                    <a:gd name="T23" fmla="*/ 123 h 651"/>
                    <a:gd name="T24" fmla="*/ 164 w 502"/>
                    <a:gd name="T25" fmla="*/ 178 h 651"/>
                    <a:gd name="T26" fmla="*/ 164 w 502"/>
                    <a:gd name="T27" fmla="*/ 180 h 651"/>
                    <a:gd name="T28" fmla="*/ 301 w 502"/>
                    <a:gd name="T29" fmla="*/ 263 h 651"/>
                    <a:gd name="T30" fmla="*/ 502 w 502"/>
                    <a:gd name="T31" fmla="*/ 453 h 651"/>
                    <a:gd name="T32" fmla="*/ 502 w 502"/>
                    <a:gd name="T33" fmla="*/ 455 h 651"/>
                    <a:gd name="T34" fmla="*/ 269 w 502"/>
                    <a:gd name="T35" fmla="*/ 651 h 651"/>
                    <a:gd name="T36" fmla="*/ 0 w 502"/>
                    <a:gd name="T37" fmla="*/ 550 h 6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02" h="651">
                      <a:moveTo>
                        <a:pt x="0" y="550"/>
                      </a:moveTo>
                      <a:cubicBezTo>
                        <a:pt x="83" y="451"/>
                        <a:pt x="83" y="451"/>
                        <a:pt x="83" y="451"/>
                      </a:cubicBezTo>
                      <a:cubicBezTo>
                        <a:pt x="140" y="498"/>
                        <a:pt x="200" y="528"/>
                        <a:pt x="272" y="528"/>
                      </a:cubicBezTo>
                      <a:cubicBezTo>
                        <a:pt x="329" y="528"/>
                        <a:pt x="363" y="506"/>
                        <a:pt x="363" y="469"/>
                      </a:cubicBezTo>
                      <a:cubicBezTo>
                        <a:pt x="363" y="467"/>
                        <a:pt x="363" y="467"/>
                        <a:pt x="363" y="467"/>
                      </a:cubicBezTo>
                      <a:cubicBezTo>
                        <a:pt x="363" y="431"/>
                        <a:pt x="342" y="413"/>
                        <a:pt x="236" y="386"/>
                      </a:cubicBezTo>
                      <a:cubicBezTo>
                        <a:pt x="108" y="354"/>
                        <a:pt x="26" y="318"/>
                        <a:pt x="26" y="192"/>
                      </a:cubicBezTo>
                      <a:cubicBezTo>
                        <a:pt x="26" y="191"/>
                        <a:pt x="26" y="191"/>
                        <a:pt x="26" y="191"/>
                      </a:cubicBezTo>
                      <a:cubicBezTo>
                        <a:pt x="26" y="76"/>
                        <a:pt x="118" y="0"/>
                        <a:pt x="247" y="0"/>
                      </a:cubicBezTo>
                      <a:cubicBezTo>
                        <a:pt x="340" y="0"/>
                        <a:pt x="419" y="29"/>
                        <a:pt x="483" y="80"/>
                      </a:cubicBezTo>
                      <a:cubicBezTo>
                        <a:pt x="410" y="185"/>
                        <a:pt x="410" y="185"/>
                        <a:pt x="410" y="185"/>
                      </a:cubicBezTo>
                      <a:cubicBezTo>
                        <a:pt x="354" y="146"/>
                        <a:pt x="299" y="123"/>
                        <a:pt x="246" y="123"/>
                      </a:cubicBezTo>
                      <a:cubicBezTo>
                        <a:pt x="192" y="123"/>
                        <a:pt x="164" y="147"/>
                        <a:pt x="164" y="178"/>
                      </a:cubicBezTo>
                      <a:cubicBezTo>
                        <a:pt x="164" y="180"/>
                        <a:pt x="164" y="180"/>
                        <a:pt x="164" y="180"/>
                      </a:cubicBezTo>
                      <a:cubicBezTo>
                        <a:pt x="164" y="221"/>
                        <a:pt x="191" y="235"/>
                        <a:pt x="301" y="263"/>
                      </a:cubicBezTo>
                      <a:cubicBezTo>
                        <a:pt x="429" y="297"/>
                        <a:pt x="502" y="343"/>
                        <a:pt x="502" y="453"/>
                      </a:cubicBezTo>
                      <a:cubicBezTo>
                        <a:pt x="502" y="455"/>
                        <a:pt x="502" y="455"/>
                        <a:pt x="502" y="455"/>
                      </a:cubicBezTo>
                      <a:cubicBezTo>
                        <a:pt x="502" y="581"/>
                        <a:pt x="406" y="651"/>
                        <a:pt x="269" y="651"/>
                      </a:cubicBezTo>
                      <a:cubicBezTo>
                        <a:pt x="173" y="651"/>
                        <a:pt x="76" y="618"/>
                        <a:pt x="0" y="55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">
                  <a:extLst>
                    <a:ext uri="{FF2B5EF4-FFF2-40B4-BE49-F238E27FC236}">
                      <a16:creationId xmlns:a16="http://schemas.microsoft.com/office/drawing/2014/main" id="{D05B2F43-517C-1FDF-DC39-82FEC8DA1227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5791295" y="566212"/>
                  <a:ext cx="322264" cy="214547"/>
                </a:xfrm>
                <a:custGeom>
                  <a:avLst/>
                  <a:gdLst>
                    <a:gd name="T0" fmla="*/ 0 w 741"/>
                    <a:gd name="T1" fmla="*/ 9 h 494"/>
                    <a:gd name="T2" fmla="*/ 138 w 741"/>
                    <a:gd name="T3" fmla="*/ 9 h 494"/>
                    <a:gd name="T4" fmla="*/ 138 w 741"/>
                    <a:gd name="T5" fmla="*/ 78 h 494"/>
                    <a:gd name="T6" fmla="*/ 281 w 741"/>
                    <a:gd name="T7" fmla="*/ 0 h 494"/>
                    <a:gd name="T8" fmla="*/ 418 w 741"/>
                    <a:gd name="T9" fmla="*/ 77 h 494"/>
                    <a:gd name="T10" fmla="*/ 577 w 741"/>
                    <a:gd name="T11" fmla="*/ 0 h 494"/>
                    <a:gd name="T12" fmla="*/ 741 w 741"/>
                    <a:gd name="T13" fmla="*/ 178 h 494"/>
                    <a:gd name="T14" fmla="*/ 741 w 741"/>
                    <a:gd name="T15" fmla="*/ 494 h 494"/>
                    <a:gd name="T16" fmla="*/ 603 w 741"/>
                    <a:gd name="T17" fmla="*/ 494 h 494"/>
                    <a:gd name="T18" fmla="*/ 603 w 741"/>
                    <a:gd name="T19" fmla="*/ 224 h 494"/>
                    <a:gd name="T20" fmla="*/ 523 w 741"/>
                    <a:gd name="T21" fmla="*/ 125 h 494"/>
                    <a:gd name="T22" fmla="*/ 439 w 741"/>
                    <a:gd name="T23" fmla="*/ 224 h 494"/>
                    <a:gd name="T24" fmla="*/ 439 w 741"/>
                    <a:gd name="T25" fmla="*/ 494 h 494"/>
                    <a:gd name="T26" fmla="*/ 302 w 741"/>
                    <a:gd name="T27" fmla="*/ 494 h 494"/>
                    <a:gd name="T28" fmla="*/ 302 w 741"/>
                    <a:gd name="T29" fmla="*/ 224 h 494"/>
                    <a:gd name="T30" fmla="*/ 221 w 741"/>
                    <a:gd name="T31" fmla="*/ 125 h 494"/>
                    <a:gd name="T32" fmla="*/ 138 w 741"/>
                    <a:gd name="T33" fmla="*/ 224 h 494"/>
                    <a:gd name="T34" fmla="*/ 138 w 741"/>
                    <a:gd name="T35" fmla="*/ 494 h 494"/>
                    <a:gd name="T36" fmla="*/ 0 w 741"/>
                    <a:gd name="T37" fmla="*/ 494 h 494"/>
                    <a:gd name="T38" fmla="*/ 0 w 741"/>
                    <a:gd name="T39" fmla="*/ 9 h 4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741" h="494">
                      <a:moveTo>
                        <a:pt x="0" y="9"/>
                      </a:moveTo>
                      <a:cubicBezTo>
                        <a:pt x="138" y="9"/>
                        <a:pt x="138" y="9"/>
                        <a:pt x="138" y="9"/>
                      </a:cubicBezTo>
                      <a:cubicBezTo>
                        <a:pt x="138" y="78"/>
                        <a:pt x="138" y="78"/>
                        <a:pt x="138" y="78"/>
                      </a:cubicBezTo>
                      <a:cubicBezTo>
                        <a:pt x="170" y="37"/>
                        <a:pt x="211" y="0"/>
                        <a:pt x="281" y="0"/>
                      </a:cubicBezTo>
                      <a:cubicBezTo>
                        <a:pt x="344" y="0"/>
                        <a:pt x="392" y="28"/>
                        <a:pt x="418" y="77"/>
                      </a:cubicBezTo>
                      <a:cubicBezTo>
                        <a:pt x="460" y="27"/>
                        <a:pt x="511" y="0"/>
                        <a:pt x="577" y="0"/>
                      </a:cubicBezTo>
                      <a:cubicBezTo>
                        <a:pt x="679" y="0"/>
                        <a:pt x="741" y="62"/>
                        <a:pt x="741" y="178"/>
                      </a:cubicBezTo>
                      <a:cubicBezTo>
                        <a:pt x="741" y="494"/>
                        <a:pt x="741" y="494"/>
                        <a:pt x="741" y="494"/>
                      </a:cubicBezTo>
                      <a:cubicBezTo>
                        <a:pt x="603" y="494"/>
                        <a:pt x="603" y="494"/>
                        <a:pt x="603" y="494"/>
                      </a:cubicBezTo>
                      <a:cubicBezTo>
                        <a:pt x="603" y="224"/>
                        <a:pt x="603" y="224"/>
                        <a:pt x="603" y="224"/>
                      </a:cubicBezTo>
                      <a:cubicBezTo>
                        <a:pt x="603" y="159"/>
                        <a:pt x="574" y="125"/>
                        <a:pt x="523" y="125"/>
                      </a:cubicBezTo>
                      <a:cubicBezTo>
                        <a:pt x="471" y="125"/>
                        <a:pt x="439" y="159"/>
                        <a:pt x="439" y="224"/>
                      </a:cubicBezTo>
                      <a:cubicBezTo>
                        <a:pt x="439" y="494"/>
                        <a:pt x="439" y="494"/>
                        <a:pt x="439" y="494"/>
                      </a:cubicBezTo>
                      <a:cubicBezTo>
                        <a:pt x="302" y="494"/>
                        <a:pt x="302" y="494"/>
                        <a:pt x="302" y="494"/>
                      </a:cubicBezTo>
                      <a:cubicBezTo>
                        <a:pt x="302" y="224"/>
                        <a:pt x="302" y="224"/>
                        <a:pt x="302" y="224"/>
                      </a:cubicBezTo>
                      <a:cubicBezTo>
                        <a:pt x="302" y="159"/>
                        <a:pt x="273" y="125"/>
                        <a:pt x="221" y="125"/>
                      </a:cubicBezTo>
                      <a:cubicBezTo>
                        <a:pt x="170" y="125"/>
                        <a:pt x="138" y="159"/>
                        <a:pt x="138" y="224"/>
                      </a:cubicBezTo>
                      <a:cubicBezTo>
                        <a:pt x="138" y="494"/>
                        <a:pt x="138" y="494"/>
                        <a:pt x="138" y="494"/>
                      </a:cubicBezTo>
                      <a:cubicBezTo>
                        <a:pt x="0" y="494"/>
                        <a:pt x="0" y="494"/>
                        <a:pt x="0" y="494"/>
                      </a:cubicBezTo>
                      <a:lnTo>
                        <a:pt x="0" y="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D521D981-A640-615B-7C8B-D97C72890F73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6125971" y="567985"/>
                  <a:ext cx="193713" cy="216764"/>
                </a:xfrm>
                <a:custGeom>
                  <a:avLst/>
                  <a:gdLst>
                    <a:gd name="T0" fmla="*/ 0 w 446"/>
                    <a:gd name="T1" fmla="*/ 351 h 499"/>
                    <a:gd name="T2" fmla="*/ 0 w 446"/>
                    <a:gd name="T3" fmla="*/ 349 h 499"/>
                    <a:gd name="T4" fmla="*/ 195 w 446"/>
                    <a:gd name="T5" fmla="*/ 194 h 499"/>
                    <a:gd name="T6" fmla="*/ 314 w 446"/>
                    <a:gd name="T7" fmla="*/ 214 h 499"/>
                    <a:gd name="T8" fmla="*/ 314 w 446"/>
                    <a:gd name="T9" fmla="*/ 206 h 499"/>
                    <a:gd name="T10" fmla="*/ 210 w 446"/>
                    <a:gd name="T11" fmla="*/ 117 h 499"/>
                    <a:gd name="T12" fmla="*/ 76 w 446"/>
                    <a:gd name="T13" fmla="*/ 144 h 499"/>
                    <a:gd name="T14" fmla="*/ 42 w 446"/>
                    <a:gd name="T15" fmla="*/ 39 h 499"/>
                    <a:gd name="T16" fmla="*/ 230 w 446"/>
                    <a:gd name="T17" fmla="*/ 0 h 499"/>
                    <a:gd name="T18" fmla="*/ 394 w 446"/>
                    <a:gd name="T19" fmla="*/ 54 h 499"/>
                    <a:gd name="T20" fmla="*/ 446 w 446"/>
                    <a:gd name="T21" fmla="*/ 209 h 499"/>
                    <a:gd name="T22" fmla="*/ 446 w 446"/>
                    <a:gd name="T23" fmla="*/ 490 h 499"/>
                    <a:gd name="T24" fmla="*/ 313 w 446"/>
                    <a:gd name="T25" fmla="*/ 490 h 499"/>
                    <a:gd name="T26" fmla="*/ 313 w 446"/>
                    <a:gd name="T27" fmla="*/ 438 h 499"/>
                    <a:gd name="T28" fmla="*/ 166 w 446"/>
                    <a:gd name="T29" fmla="*/ 499 h 499"/>
                    <a:gd name="T30" fmla="*/ 0 w 446"/>
                    <a:gd name="T31" fmla="*/ 351 h 499"/>
                    <a:gd name="T32" fmla="*/ 316 w 446"/>
                    <a:gd name="T33" fmla="*/ 319 h 499"/>
                    <a:gd name="T34" fmla="*/ 316 w 446"/>
                    <a:gd name="T35" fmla="*/ 295 h 499"/>
                    <a:gd name="T36" fmla="*/ 228 w 446"/>
                    <a:gd name="T37" fmla="*/ 277 h 499"/>
                    <a:gd name="T38" fmla="*/ 133 w 446"/>
                    <a:gd name="T39" fmla="*/ 344 h 499"/>
                    <a:gd name="T40" fmla="*/ 133 w 446"/>
                    <a:gd name="T41" fmla="*/ 346 h 499"/>
                    <a:gd name="T42" fmla="*/ 208 w 446"/>
                    <a:gd name="T43" fmla="*/ 404 h 499"/>
                    <a:gd name="T44" fmla="*/ 316 w 446"/>
                    <a:gd name="T45" fmla="*/ 319 h 4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46" h="499">
                      <a:moveTo>
                        <a:pt x="0" y="351"/>
                      </a:moveTo>
                      <a:cubicBezTo>
                        <a:pt x="0" y="349"/>
                        <a:pt x="0" y="349"/>
                        <a:pt x="0" y="349"/>
                      </a:cubicBezTo>
                      <a:cubicBezTo>
                        <a:pt x="0" y="243"/>
                        <a:pt x="80" y="194"/>
                        <a:pt x="195" y="194"/>
                      </a:cubicBezTo>
                      <a:cubicBezTo>
                        <a:pt x="244" y="194"/>
                        <a:pt x="280" y="202"/>
                        <a:pt x="314" y="214"/>
                      </a:cubicBezTo>
                      <a:cubicBezTo>
                        <a:pt x="314" y="206"/>
                        <a:pt x="314" y="206"/>
                        <a:pt x="314" y="206"/>
                      </a:cubicBezTo>
                      <a:cubicBezTo>
                        <a:pt x="314" y="149"/>
                        <a:pt x="279" y="117"/>
                        <a:pt x="210" y="117"/>
                      </a:cubicBezTo>
                      <a:cubicBezTo>
                        <a:pt x="157" y="117"/>
                        <a:pt x="120" y="127"/>
                        <a:pt x="76" y="144"/>
                      </a:cubicBezTo>
                      <a:cubicBezTo>
                        <a:pt x="42" y="39"/>
                        <a:pt x="42" y="39"/>
                        <a:pt x="42" y="39"/>
                      </a:cubicBezTo>
                      <a:cubicBezTo>
                        <a:pt x="95" y="15"/>
                        <a:pt x="147" y="0"/>
                        <a:pt x="230" y="0"/>
                      </a:cubicBezTo>
                      <a:cubicBezTo>
                        <a:pt x="305" y="0"/>
                        <a:pt x="359" y="20"/>
                        <a:pt x="394" y="54"/>
                      </a:cubicBezTo>
                      <a:cubicBezTo>
                        <a:pt x="430" y="90"/>
                        <a:pt x="446" y="144"/>
                        <a:pt x="446" y="209"/>
                      </a:cubicBezTo>
                      <a:cubicBezTo>
                        <a:pt x="446" y="490"/>
                        <a:pt x="446" y="490"/>
                        <a:pt x="446" y="490"/>
                      </a:cubicBezTo>
                      <a:cubicBezTo>
                        <a:pt x="313" y="490"/>
                        <a:pt x="313" y="490"/>
                        <a:pt x="313" y="490"/>
                      </a:cubicBezTo>
                      <a:cubicBezTo>
                        <a:pt x="313" y="438"/>
                        <a:pt x="313" y="438"/>
                        <a:pt x="313" y="438"/>
                      </a:cubicBezTo>
                      <a:cubicBezTo>
                        <a:pt x="280" y="475"/>
                        <a:pt x="233" y="499"/>
                        <a:pt x="166" y="499"/>
                      </a:cubicBezTo>
                      <a:cubicBezTo>
                        <a:pt x="75" y="499"/>
                        <a:pt x="0" y="447"/>
                        <a:pt x="0" y="351"/>
                      </a:cubicBezTo>
                      <a:close/>
                      <a:moveTo>
                        <a:pt x="316" y="319"/>
                      </a:moveTo>
                      <a:cubicBezTo>
                        <a:pt x="316" y="295"/>
                        <a:pt x="316" y="295"/>
                        <a:pt x="316" y="295"/>
                      </a:cubicBezTo>
                      <a:cubicBezTo>
                        <a:pt x="292" y="284"/>
                        <a:pt x="262" y="277"/>
                        <a:pt x="228" y="277"/>
                      </a:cubicBezTo>
                      <a:cubicBezTo>
                        <a:pt x="169" y="277"/>
                        <a:pt x="133" y="300"/>
                        <a:pt x="133" y="344"/>
                      </a:cubicBezTo>
                      <a:cubicBezTo>
                        <a:pt x="133" y="346"/>
                        <a:pt x="133" y="346"/>
                        <a:pt x="133" y="346"/>
                      </a:cubicBezTo>
                      <a:cubicBezTo>
                        <a:pt x="133" y="383"/>
                        <a:pt x="164" y="404"/>
                        <a:pt x="208" y="404"/>
                      </a:cubicBezTo>
                      <a:cubicBezTo>
                        <a:pt x="272" y="404"/>
                        <a:pt x="316" y="369"/>
                        <a:pt x="316" y="3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AEC6538B-519A-F4DF-3644-7248A185B40F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6336529" y="564438"/>
                  <a:ext cx="127665" cy="216321"/>
                </a:xfrm>
                <a:custGeom>
                  <a:avLst/>
                  <a:gdLst>
                    <a:gd name="T0" fmla="*/ 0 w 293"/>
                    <a:gd name="T1" fmla="*/ 13 h 498"/>
                    <a:gd name="T2" fmla="*/ 138 w 293"/>
                    <a:gd name="T3" fmla="*/ 13 h 498"/>
                    <a:gd name="T4" fmla="*/ 138 w 293"/>
                    <a:gd name="T5" fmla="*/ 111 h 498"/>
                    <a:gd name="T6" fmla="*/ 293 w 293"/>
                    <a:gd name="T7" fmla="*/ 4 h 498"/>
                    <a:gd name="T8" fmla="*/ 293 w 293"/>
                    <a:gd name="T9" fmla="*/ 148 h 498"/>
                    <a:gd name="T10" fmla="*/ 285 w 293"/>
                    <a:gd name="T11" fmla="*/ 148 h 498"/>
                    <a:gd name="T12" fmla="*/ 138 w 293"/>
                    <a:gd name="T13" fmla="*/ 319 h 498"/>
                    <a:gd name="T14" fmla="*/ 138 w 293"/>
                    <a:gd name="T15" fmla="*/ 498 h 498"/>
                    <a:gd name="T16" fmla="*/ 0 w 293"/>
                    <a:gd name="T17" fmla="*/ 498 h 498"/>
                    <a:gd name="T18" fmla="*/ 0 w 293"/>
                    <a:gd name="T19" fmla="*/ 13 h 4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93" h="498">
                      <a:moveTo>
                        <a:pt x="0" y="13"/>
                      </a:moveTo>
                      <a:cubicBezTo>
                        <a:pt x="138" y="13"/>
                        <a:pt x="138" y="13"/>
                        <a:pt x="138" y="13"/>
                      </a:cubicBezTo>
                      <a:cubicBezTo>
                        <a:pt x="138" y="111"/>
                        <a:pt x="138" y="111"/>
                        <a:pt x="138" y="111"/>
                      </a:cubicBezTo>
                      <a:cubicBezTo>
                        <a:pt x="166" y="44"/>
                        <a:pt x="211" y="0"/>
                        <a:pt x="293" y="4"/>
                      </a:cubicBezTo>
                      <a:cubicBezTo>
                        <a:pt x="293" y="148"/>
                        <a:pt x="293" y="148"/>
                        <a:pt x="293" y="148"/>
                      </a:cubicBezTo>
                      <a:cubicBezTo>
                        <a:pt x="285" y="148"/>
                        <a:pt x="285" y="148"/>
                        <a:pt x="285" y="148"/>
                      </a:cubicBezTo>
                      <a:cubicBezTo>
                        <a:pt x="194" y="148"/>
                        <a:pt x="138" y="203"/>
                        <a:pt x="138" y="319"/>
                      </a:cubicBezTo>
                      <a:cubicBezTo>
                        <a:pt x="138" y="498"/>
                        <a:pt x="138" y="498"/>
                        <a:pt x="138" y="498"/>
                      </a:cubicBezTo>
                      <a:cubicBezTo>
                        <a:pt x="0" y="498"/>
                        <a:pt x="0" y="498"/>
                        <a:pt x="0" y="498"/>
                      </a:cubicBezTo>
                      <a:lnTo>
                        <a:pt x="0" y="1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9">
                  <a:extLst>
                    <a:ext uri="{FF2B5EF4-FFF2-40B4-BE49-F238E27FC236}">
                      <a16:creationId xmlns:a16="http://schemas.microsoft.com/office/drawing/2014/main" id="{3303E0C4-3D71-6ABB-0A83-8197B293A625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6475719" y="516121"/>
                  <a:ext cx="134757" cy="268184"/>
                </a:xfrm>
                <a:custGeom>
                  <a:avLst/>
                  <a:gdLst>
                    <a:gd name="T0" fmla="*/ 58 w 310"/>
                    <a:gd name="T1" fmla="*/ 472 h 617"/>
                    <a:gd name="T2" fmla="*/ 58 w 310"/>
                    <a:gd name="T3" fmla="*/ 242 h 617"/>
                    <a:gd name="T4" fmla="*/ 0 w 310"/>
                    <a:gd name="T5" fmla="*/ 242 h 617"/>
                    <a:gd name="T6" fmla="*/ 0 w 310"/>
                    <a:gd name="T7" fmla="*/ 124 h 617"/>
                    <a:gd name="T8" fmla="*/ 58 w 310"/>
                    <a:gd name="T9" fmla="*/ 124 h 617"/>
                    <a:gd name="T10" fmla="*/ 58 w 310"/>
                    <a:gd name="T11" fmla="*/ 0 h 617"/>
                    <a:gd name="T12" fmla="*/ 196 w 310"/>
                    <a:gd name="T13" fmla="*/ 0 h 617"/>
                    <a:gd name="T14" fmla="*/ 196 w 310"/>
                    <a:gd name="T15" fmla="*/ 124 h 617"/>
                    <a:gd name="T16" fmla="*/ 310 w 310"/>
                    <a:gd name="T17" fmla="*/ 124 h 617"/>
                    <a:gd name="T18" fmla="*/ 310 w 310"/>
                    <a:gd name="T19" fmla="*/ 242 h 617"/>
                    <a:gd name="T20" fmla="*/ 196 w 310"/>
                    <a:gd name="T21" fmla="*/ 242 h 617"/>
                    <a:gd name="T22" fmla="*/ 196 w 310"/>
                    <a:gd name="T23" fmla="*/ 449 h 617"/>
                    <a:gd name="T24" fmla="*/ 240 w 310"/>
                    <a:gd name="T25" fmla="*/ 496 h 617"/>
                    <a:gd name="T26" fmla="*/ 308 w 310"/>
                    <a:gd name="T27" fmla="*/ 479 h 617"/>
                    <a:gd name="T28" fmla="*/ 308 w 310"/>
                    <a:gd name="T29" fmla="*/ 589 h 617"/>
                    <a:gd name="T30" fmla="*/ 199 w 310"/>
                    <a:gd name="T31" fmla="*/ 617 h 617"/>
                    <a:gd name="T32" fmla="*/ 58 w 310"/>
                    <a:gd name="T33" fmla="*/ 472 h 6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617">
                      <a:moveTo>
                        <a:pt x="58" y="472"/>
                      </a:moveTo>
                      <a:cubicBezTo>
                        <a:pt x="58" y="242"/>
                        <a:pt x="58" y="242"/>
                        <a:pt x="58" y="242"/>
                      </a:cubicBezTo>
                      <a:cubicBezTo>
                        <a:pt x="0" y="242"/>
                        <a:pt x="0" y="242"/>
                        <a:pt x="0" y="242"/>
                      </a:cubicBezTo>
                      <a:cubicBezTo>
                        <a:pt x="0" y="124"/>
                        <a:pt x="0" y="124"/>
                        <a:pt x="0" y="124"/>
                      </a:cubicBezTo>
                      <a:cubicBezTo>
                        <a:pt x="58" y="124"/>
                        <a:pt x="58" y="124"/>
                        <a:pt x="58" y="124"/>
                      </a:cubicBezTo>
                      <a:cubicBezTo>
                        <a:pt x="58" y="0"/>
                        <a:pt x="58" y="0"/>
                        <a:pt x="58" y="0"/>
                      </a:cubicBezTo>
                      <a:cubicBezTo>
                        <a:pt x="196" y="0"/>
                        <a:pt x="196" y="0"/>
                        <a:pt x="196" y="0"/>
                      </a:cubicBezTo>
                      <a:cubicBezTo>
                        <a:pt x="196" y="124"/>
                        <a:pt x="196" y="124"/>
                        <a:pt x="196" y="124"/>
                      </a:cubicBezTo>
                      <a:cubicBezTo>
                        <a:pt x="310" y="124"/>
                        <a:pt x="310" y="124"/>
                        <a:pt x="310" y="124"/>
                      </a:cubicBezTo>
                      <a:cubicBezTo>
                        <a:pt x="310" y="242"/>
                        <a:pt x="310" y="242"/>
                        <a:pt x="310" y="242"/>
                      </a:cubicBezTo>
                      <a:cubicBezTo>
                        <a:pt x="196" y="242"/>
                        <a:pt x="196" y="242"/>
                        <a:pt x="196" y="242"/>
                      </a:cubicBezTo>
                      <a:cubicBezTo>
                        <a:pt x="196" y="449"/>
                        <a:pt x="196" y="449"/>
                        <a:pt x="196" y="449"/>
                      </a:cubicBezTo>
                      <a:cubicBezTo>
                        <a:pt x="196" y="481"/>
                        <a:pt x="209" y="496"/>
                        <a:pt x="240" y="496"/>
                      </a:cubicBezTo>
                      <a:cubicBezTo>
                        <a:pt x="265" y="496"/>
                        <a:pt x="288" y="490"/>
                        <a:pt x="308" y="479"/>
                      </a:cubicBezTo>
                      <a:cubicBezTo>
                        <a:pt x="308" y="589"/>
                        <a:pt x="308" y="589"/>
                        <a:pt x="308" y="589"/>
                      </a:cubicBezTo>
                      <a:cubicBezTo>
                        <a:pt x="279" y="607"/>
                        <a:pt x="245" y="617"/>
                        <a:pt x="199" y="617"/>
                      </a:cubicBezTo>
                      <a:cubicBezTo>
                        <a:pt x="115" y="617"/>
                        <a:pt x="58" y="584"/>
                        <a:pt x="58" y="47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10">
                  <a:extLst>
                    <a:ext uri="{FF2B5EF4-FFF2-40B4-BE49-F238E27FC236}">
                      <a16:creationId xmlns:a16="http://schemas.microsoft.com/office/drawing/2014/main" id="{F4631D41-8C0C-C8C6-0D45-BD21B771E379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6618455" y="566212"/>
                  <a:ext cx="207012" cy="219424"/>
                </a:xfrm>
                <a:custGeom>
                  <a:avLst/>
                  <a:gdLst>
                    <a:gd name="T0" fmla="*/ 0 w 476"/>
                    <a:gd name="T1" fmla="*/ 254 h 505"/>
                    <a:gd name="T2" fmla="*/ 0 w 476"/>
                    <a:gd name="T3" fmla="*/ 253 h 505"/>
                    <a:gd name="T4" fmla="*/ 240 w 476"/>
                    <a:gd name="T5" fmla="*/ 0 h 505"/>
                    <a:gd name="T6" fmla="*/ 476 w 476"/>
                    <a:gd name="T7" fmla="*/ 263 h 505"/>
                    <a:gd name="T8" fmla="*/ 475 w 476"/>
                    <a:gd name="T9" fmla="*/ 300 h 505"/>
                    <a:gd name="T10" fmla="*/ 137 w 476"/>
                    <a:gd name="T11" fmla="*/ 300 h 505"/>
                    <a:gd name="T12" fmla="*/ 256 w 476"/>
                    <a:gd name="T13" fmla="*/ 395 h 505"/>
                    <a:gd name="T14" fmla="*/ 373 w 476"/>
                    <a:gd name="T15" fmla="*/ 345 h 505"/>
                    <a:gd name="T16" fmla="*/ 452 w 476"/>
                    <a:gd name="T17" fmla="*/ 415 h 505"/>
                    <a:gd name="T18" fmla="*/ 254 w 476"/>
                    <a:gd name="T19" fmla="*/ 505 h 505"/>
                    <a:gd name="T20" fmla="*/ 0 w 476"/>
                    <a:gd name="T21" fmla="*/ 254 h 505"/>
                    <a:gd name="T22" fmla="*/ 342 w 476"/>
                    <a:gd name="T23" fmla="*/ 214 h 505"/>
                    <a:gd name="T24" fmla="*/ 240 w 476"/>
                    <a:gd name="T25" fmla="*/ 111 h 505"/>
                    <a:gd name="T26" fmla="*/ 135 w 476"/>
                    <a:gd name="T27" fmla="*/ 214 h 505"/>
                    <a:gd name="T28" fmla="*/ 342 w 476"/>
                    <a:gd name="T29" fmla="*/ 214 h 5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6" h="505">
                      <a:moveTo>
                        <a:pt x="0" y="254"/>
                      </a:moveTo>
                      <a:cubicBezTo>
                        <a:pt x="0" y="253"/>
                        <a:pt x="0" y="253"/>
                        <a:pt x="0" y="253"/>
                      </a:cubicBezTo>
                      <a:cubicBezTo>
                        <a:pt x="0" y="114"/>
                        <a:pt x="99" y="0"/>
                        <a:pt x="240" y="0"/>
                      </a:cubicBezTo>
                      <a:cubicBezTo>
                        <a:pt x="402" y="0"/>
                        <a:pt x="476" y="126"/>
                        <a:pt x="476" y="263"/>
                      </a:cubicBezTo>
                      <a:cubicBezTo>
                        <a:pt x="476" y="274"/>
                        <a:pt x="476" y="287"/>
                        <a:pt x="475" y="300"/>
                      </a:cubicBezTo>
                      <a:cubicBezTo>
                        <a:pt x="137" y="300"/>
                        <a:pt x="137" y="300"/>
                        <a:pt x="137" y="300"/>
                      </a:cubicBezTo>
                      <a:cubicBezTo>
                        <a:pt x="151" y="362"/>
                        <a:pt x="194" y="395"/>
                        <a:pt x="256" y="395"/>
                      </a:cubicBezTo>
                      <a:cubicBezTo>
                        <a:pt x="302" y="395"/>
                        <a:pt x="335" y="380"/>
                        <a:pt x="373" y="345"/>
                      </a:cubicBezTo>
                      <a:cubicBezTo>
                        <a:pt x="452" y="415"/>
                        <a:pt x="452" y="415"/>
                        <a:pt x="452" y="415"/>
                      </a:cubicBezTo>
                      <a:cubicBezTo>
                        <a:pt x="407" y="471"/>
                        <a:pt x="342" y="505"/>
                        <a:pt x="254" y="505"/>
                      </a:cubicBezTo>
                      <a:cubicBezTo>
                        <a:pt x="108" y="505"/>
                        <a:pt x="0" y="403"/>
                        <a:pt x="0" y="254"/>
                      </a:cubicBezTo>
                      <a:close/>
                      <a:moveTo>
                        <a:pt x="342" y="214"/>
                      </a:moveTo>
                      <a:cubicBezTo>
                        <a:pt x="334" y="152"/>
                        <a:pt x="298" y="111"/>
                        <a:pt x="240" y="111"/>
                      </a:cubicBezTo>
                      <a:cubicBezTo>
                        <a:pt x="183" y="111"/>
                        <a:pt x="146" y="151"/>
                        <a:pt x="135" y="214"/>
                      </a:cubicBezTo>
                      <a:lnTo>
                        <a:pt x="342" y="2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11">
                  <a:extLst>
                    <a:ext uri="{FF2B5EF4-FFF2-40B4-BE49-F238E27FC236}">
                      <a16:creationId xmlns:a16="http://schemas.microsoft.com/office/drawing/2014/main" id="{FCEC6333-B1EE-C9D5-7447-B3647C5D2F9C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6837879" y="564438"/>
                  <a:ext cx="127221" cy="216321"/>
                </a:xfrm>
                <a:custGeom>
                  <a:avLst/>
                  <a:gdLst>
                    <a:gd name="T0" fmla="*/ 0 w 293"/>
                    <a:gd name="T1" fmla="*/ 13 h 498"/>
                    <a:gd name="T2" fmla="*/ 138 w 293"/>
                    <a:gd name="T3" fmla="*/ 13 h 498"/>
                    <a:gd name="T4" fmla="*/ 138 w 293"/>
                    <a:gd name="T5" fmla="*/ 111 h 498"/>
                    <a:gd name="T6" fmla="*/ 293 w 293"/>
                    <a:gd name="T7" fmla="*/ 4 h 498"/>
                    <a:gd name="T8" fmla="*/ 293 w 293"/>
                    <a:gd name="T9" fmla="*/ 148 h 498"/>
                    <a:gd name="T10" fmla="*/ 285 w 293"/>
                    <a:gd name="T11" fmla="*/ 148 h 498"/>
                    <a:gd name="T12" fmla="*/ 138 w 293"/>
                    <a:gd name="T13" fmla="*/ 319 h 498"/>
                    <a:gd name="T14" fmla="*/ 138 w 293"/>
                    <a:gd name="T15" fmla="*/ 498 h 498"/>
                    <a:gd name="T16" fmla="*/ 0 w 293"/>
                    <a:gd name="T17" fmla="*/ 498 h 498"/>
                    <a:gd name="T18" fmla="*/ 0 w 293"/>
                    <a:gd name="T19" fmla="*/ 13 h 4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93" h="498">
                      <a:moveTo>
                        <a:pt x="0" y="13"/>
                      </a:moveTo>
                      <a:cubicBezTo>
                        <a:pt x="138" y="13"/>
                        <a:pt x="138" y="13"/>
                        <a:pt x="138" y="13"/>
                      </a:cubicBezTo>
                      <a:cubicBezTo>
                        <a:pt x="138" y="111"/>
                        <a:pt x="138" y="111"/>
                        <a:pt x="138" y="111"/>
                      </a:cubicBezTo>
                      <a:cubicBezTo>
                        <a:pt x="166" y="44"/>
                        <a:pt x="211" y="0"/>
                        <a:pt x="293" y="4"/>
                      </a:cubicBezTo>
                      <a:cubicBezTo>
                        <a:pt x="293" y="148"/>
                        <a:pt x="293" y="148"/>
                        <a:pt x="293" y="148"/>
                      </a:cubicBezTo>
                      <a:cubicBezTo>
                        <a:pt x="285" y="148"/>
                        <a:pt x="285" y="148"/>
                        <a:pt x="285" y="148"/>
                      </a:cubicBezTo>
                      <a:cubicBezTo>
                        <a:pt x="194" y="148"/>
                        <a:pt x="138" y="203"/>
                        <a:pt x="138" y="319"/>
                      </a:cubicBezTo>
                      <a:cubicBezTo>
                        <a:pt x="138" y="498"/>
                        <a:pt x="138" y="498"/>
                        <a:pt x="138" y="498"/>
                      </a:cubicBezTo>
                      <a:cubicBezTo>
                        <a:pt x="0" y="498"/>
                        <a:pt x="0" y="498"/>
                        <a:pt x="0" y="498"/>
                      </a:cubicBezTo>
                      <a:lnTo>
                        <a:pt x="0" y="1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12">
                  <a:extLst>
                    <a:ext uri="{FF2B5EF4-FFF2-40B4-BE49-F238E27FC236}">
                      <a16:creationId xmlns:a16="http://schemas.microsoft.com/office/drawing/2014/main" id="{6EA94CED-6D9A-1B1C-BA3B-81C20911554C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4988072" y="888476"/>
                  <a:ext cx="134757" cy="268628"/>
                </a:xfrm>
                <a:custGeom>
                  <a:avLst/>
                  <a:gdLst>
                    <a:gd name="T0" fmla="*/ 58 w 310"/>
                    <a:gd name="T1" fmla="*/ 472 h 618"/>
                    <a:gd name="T2" fmla="*/ 58 w 310"/>
                    <a:gd name="T3" fmla="*/ 242 h 618"/>
                    <a:gd name="T4" fmla="*/ 0 w 310"/>
                    <a:gd name="T5" fmla="*/ 242 h 618"/>
                    <a:gd name="T6" fmla="*/ 0 w 310"/>
                    <a:gd name="T7" fmla="*/ 124 h 618"/>
                    <a:gd name="T8" fmla="*/ 58 w 310"/>
                    <a:gd name="T9" fmla="*/ 124 h 618"/>
                    <a:gd name="T10" fmla="*/ 58 w 310"/>
                    <a:gd name="T11" fmla="*/ 0 h 618"/>
                    <a:gd name="T12" fmla="*/ 195 w 310"/>
                    <a:gd name="T13" fmla="*/ 0 h 618"/>
                    <a:gd name="T14" fmla="*/ 195 w 310"/>
                    <a:gd name="T15" fmla="*/ 124 h 618"/>
                    <a:gd name="T16" fmla="*/ 310 w 310"/>
                    <a:gd name="T17" fmla="*/ 124 h 618"/>
                    <a:gd name="T18" fmla="*/ 310 w 310"/>
                    <a:gd name="T19" fmla="*/ 242 h 618"/>
                    <a:gd name="T20" fmla="*/ 195 w 310"/>
                    <a:gd name="T21" fmla="*/ 242 h 618"/>
                    <a:gd name="T22" fmla="*/ 195 w 310"/>
                    <a:gd name="T23" fmla="*/ 449 h 618"/>
                    <a:gd name="T24" fmla="*/ 240 w 310"/>
                    <a:gd name="T25" fmla="*/ 496 h 618"/>
                    <a:gd name="T26" fmla="*/ 308 w 310"/>
                    <a:gd name="T27" fmla="*/ 479 h 618"/>
                    <a:gd name="T28" fmla="*/ 308 w 310"/>
                    <a:gd name="T29" fmla="*/ 590 h 618"/>
                    <a:gd name="T30" fmla="*/ 199 w 310"/>
                    <a:gd name="T31" fmla="*/ 618 h 618"/>
                    <a:gd name="T32" fmla="*/ 58 w 310"/>
                    <a:gd name="T33" fmla="*/ 472 h 6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618">
                      <a:moveTo>
                        <a:pt x="58" y="472"/>
                      </a:moveTo>
                      <a:cubicBezTo>
                        <a:pt x="58" y="242"/>
                        <a:pt x="58" y="242"/>
                        <a:pt x="58" y="242"/>
                      </a:cubicBezTo>
                      <a:cubicBezTo>
                        <a:pt x="0" y="242"/>
                        <a:pt x="0" y="242"/>
                        <a:pt x="0" y="242"/>
                      </a:cubicBezTo>
                      <a:cubicBezTo>
                        <a:pt x="0" y="124"/>
                        <a:pt x="0" y="124"/>
                        <a:pt x="0" y="124"/>
                      </a:cubicBezTo>
                      <a:cubicBezTo>
                        <a:pt x="58" y="124"/>
                        <a:pt x="58" y="124"/>
                        <a:pt x="58" y="124"/>
                      </a:cubicBezTo>
                      <a:cubicBezTo>
                        <a:pt x="58" y="0"/>
                        <a:pt x="58" y="0"/>
                        <a:pt x="58" y="0"/>
                      </a:cubicBez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95" y="124"/>
                        <a:pt x="195" y="124"/>
                        <a:pt x="195" y="124"/>
                      </a:cubicBezTo>
                      <a:cubicBezTo>
                        <a:pt x="310" y="124"/>
                        <a:pt x="310" y="124"/>
                        <a:pt x="310" y="124"/>
                      </a:cubicBezTo>
                      <a:cubicBezTo>
                        <a:pt x="310" y="242"/>
                        <a:pt x="310" y="242"/>
                        <a:pt x="310" y="242"/>
                      </a:cubicBezTo>
                      <a:cubicBezTo>
                        <a:pt x="195" y="242"/>
                        <a:pt x="195" y="242"/>
                        <a:pt x="195" y="242"/>
                      </a:cubicBezTo>
                      <a:cubicBezTo>
                        <a:pt x="195" y="449"/>
                        <a:pt x="195" y="449"/>
                        <a:pt x="195" y="449"/>
                      </a:cubicBezTo>
                      <a:cubicBezTo>
                        <a:pt x="195" y="481"/>
                        <a:pt x="209" y="496"/>
                        <a:pt x="240" y="496"/>
                      </a:cubicBezTo>
                      <a:cubicBezTo>
                        <a:pt x="265" y="496"/>
                        <a:pt x="288" y="490"/>
                        <a:pt x="308" y="479"/>
                      </a:cubicBezTo>
                      <a:cubicBezTo>
                        <a:pt x="308" y="590"/>
                        <a:pt x="308" y="590"/>
                        <a:pt x="308" y="590"/>
                      </a:cubicBezTo>
                      <a:cubicBezTo>
                        <a:pt x="279" y="607"/>
                        <a:pt x="245" y="618"/>
                        <a:pt x="199" y="618"/>
                      </a:cubicBezTo>
                      <a:cubicBezTo>
                        <a:pt x="115" y="618"/>
                        <a:pt x="58" y="584"/>
                        <a:pt x="58" y="47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7A95706B-0217-B805-D574-BC3E9EF9C23F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5131251" y="938123"/>
                  <a:ext cx="207455" cy="219867"/>
                </a:xfrm>
                <a:custGeom>
                  <a:avLst/>
                  <a:gdLst>
                    <a:gd name="T0" fmla="*/ 0 w 477"/>
                    <a:gd name="T1" fmla="*/ 254 h 505"/>
                    <a:gd name="T2" fmla="*/ 0 w 477"/>
                    <a:gd name="T3" fmla="*/ 253 h 505"/>
                    <a:gd name="T4" fmla="*/ 240 w 477"/>
                    <a:gd name="T5" fmla="*/ 0 h 505"/>
                    <a:gd name="T6" fmla="*/ 477 w 477"/>
                    <a:gd name="T7" fmla="*/ 263 h 505"/>
                    <a:gd name="T8" fmla="*/ 475 w 477"/>
                    <a:gd name="T9" fmla="*/ 300 h 505"/>
                    <a:gd name="T10" fmla="*/ 137 w 477"/>
                    <a:gd name="T11" fmla="*/ 300 h 505"/>
                    <a:gd name="T12" fmla="*/ 256 w 477"/>
                    <a:gd name="T13" fmla="*/ 395 h 505"/>
                    <a:gd name="T14" fmla="*/ 373 w 477"/>
                    <a:gd name="T15" fmla="*/ 345 h 505"/>
                    <a:gd name="T16" fmla="*/ 452 w 477"/>
                    <a:gd name="T17" fmla="*/ 415 h 505"/>
                    <a:gd name="T18" fmla="*/ 254 w 477"/>
                    <a:gd name="T19" fmla="*/ 505 h 505"/>
                    <a:gd name="T20" fmla="*/ 0 w 477"/>
                    <a:gd name="T21" fmla="*/ 254 h 505"/>
                    <a:gd name="T22" fmla="*/ 343 w 477"/>
                    <a:gd name="T23" fmla="*/ 214 h 505"/>
                    <a:gd name="T24" fmla="*/ 240 w 477"/>
                    <a:gd name="T25" fmla="*/ 111 h 505"/>
                    <a:gd name="T26" fmla="*/ 135 w 477"/>
                    <a:gd name="T27" fmla="*/ 214 h 505"/>
                    <a:gd name="T28" fmla="*/ 343 w 477"/>
                    <a:gd name="T29" fmla="*/ 214 h 5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7" h="505">
                      <a:moveTo>
                        <a:pt x="0" y="254"/>
                      </a:moveTo>
                      <a:cubicBezTo>
                        <a:pt x="0" y="253"/>
                        <a:pt x="0" y="253"/>
                        <a:pt x="0" y="253"/>
                      </a:cubicBezTo>
                      <a:cubicBezTo>
                        <a:pt x="0" y="114"/>
                        <a:pt x="99" y="0"/>
                        <a:pt x="240" y="0"/>
                      </a:cubicBezTo>
                      <a:cubicBezTo>
                        <a:pt x="402" y="0"/>
                        <a:pt x="477" y="126"/>
                        <a:pt x="477" y="263"/>
                      </a:cubicBezTo>
                      <a:cubicBezTo>
                        <a:pt x="477" y="274"/>
                        <a:pt x="476" y="287"/>
                        <a:pt x="475" y="300"/>
                      </a:cubicBezTo>
                      <a:cubicBezTo>
                        <a:pt x="137" y="300"/>
                        <a:pt x="137" y="300"/>
                        <a:pt x="137" y="300"/>
                      </a:cubicBezTo>
                      <a:cubicBezTo>
                        <a:pt x="151" y="362"/>
                        <a:pt x="194" y="395"/>
                        <a:pt x="256" y="395"/>
                      </a:cubicBezTo>
                      <a:cubicBezTo>
                        <a:pt x="302" y="395"/>
                        <a:pt x="335" y="380"/>
                        <a:pt x="373" y="345"/>
                      </a:cubicBezTo>
                      <a:cubicBezTo>
                        <a:pt x="452" y="415"/>
                        <a:pt x="452" y="415"/>
                        <a:pt x="452" y="415"/>
                      </a:cubicBezTo>
                      <a:cubicBezTo>
                        <a:pt x="407" y="471"/>
                        <a:pt x="342" y="505"/>
                        <a:pt x="254" y="505"/>
                      </a:cubicBezTo>
                      <a:cubicBezTo>
                        <a:pt x="108" y="505"/>
                        <a:pt x="0" y="403"/>
                        <a:pt x="0" y="254"/>
                      </a:cubicBezTo>
                      <a:close/>
                      <a:moveTo>
                        <a:pt x="343" y="214"/>
                      </a:moveTo>
                      <a:cubicBezTo>
                        <a:pt x="334" y="152"/>
                        <a:pt x="298" y="111"/>
                        <a:pt x="240" y="111"/>
                      </a:cubicBezTo>
                      <a:cubicBezTo>
                        <a:pt x="183" y="111"/>
                        <a:pt x="146" y="151"/>
                        <a:pt x="135" y="214"/>
                      </a:cubicBezTo>
                      <a:lnTo>
                        <a:pt x="343" y="2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0BA76AC8-6B20-1AD4-9BE6-4CC3536358F6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5348015" y="938123"/>
                  <a:ext cx="195486" cy="219867"/>
                </a:xfrm>
                <a:custGeom>
                  <a:avLst/>
                  <a:gdLst>
                    <a:gd name="T0" fmla="*/ 0 w 450"/>
                    <a:gd name="T1" fmla="*/ 254 h 505"/>
                    <a:gd name="T2" fmla="*/ 0 w 450"/>
                    <a:gd name="T3" fmla="*/ 253 h 505"/>
                    <a:gd name="T4" fmla="*/ 254 w 450"/>
                    <a:gd name="T5" fmla="*/ 0 h 505"/>
                    <a:gd name="T6" fmla="*/ 448 w 450"/>
                    <a:gd name="T7" fmla="*/ 82 h 505"/>
                    <a:gd name="T8" fmla="*/ 363 w 450"/>
                    <a:gd name="T9" fmla="*/ 172 h 505"/>
                    <a:gd name="T10" fmla="*/ 253 w 450"/>
                    <a:gd name="T11" fmla="*/ 119 h 505"/>
                    <a:gd name="T12" fmla="*/ 135 w 450"/>
                    <a:gd name="T13" fmla="*/ 251 h 505"/>
                    <a:gd name="T14" fmla="*/ 135 w 450"/>
                    <a:gd name="T15" fmla="*/ 253 h 505"/>
                    <a:gd name="T16" fmla="*/ 258 w 450"/>
                    <a:gd name="T17" fmla="*/ 387 h 505"/>
                    <a:gd name="T18" fmla="*/ 370 w 450"/>
                    <a:gd name="T19" fmla="*/ 335 h 505"/>
                    <a:gd name="T20" fmla="*/ 450 w 450"/>
                    <a:gd name="T21" fmla="*/ 416 h 505"/>
                    <a:gd name="T22" fmla="*/ 252 w 450"/>
                    <a:gd name="T23" fmla="*/ 505 h 505"/>
                    <a:gd name="T24" fmla="*/ 0 w 450"/>
                    <a:gd name="T25" fmla="*/ 254 h 5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50" h="505">
                      <a:moveTo>
                        <a:pt x="0" y="254"/>
                      </a:moveTo>
                      <a:cubicBezTo>
                        <a:pt x="0" y="253"/>
                        <a:pt x="0" y="253"/>
                        <a:pt x="0" y="253"/>
                      </a:cubicBezTo>
                      <a:cubicBezTo>
                        <a:pt x="0" y="114"/>
                        <a:pt x="106" y="0"/>
                        <a:pt x="254" y="0"/>
                      </a:cubicBezTo>
                      <a:cubicBezTo>
                        <a:pt x="345" y="0"/>
                        <a:pt x="402" y="31"/>
                        <a:pt x="448" y="82"/>
                      </a:cubicBezTo>
                      <a:cubicBezTo>
                        <a:pt x="363" y="172"/>
                        <a:pt x="363" y="172"/>
                        <a:pt x="363" y="172"/>
                      </a:cubicBezTo>
                      <a:cubicBezTo>
                        <a:pt x="333" y="139"/>
                        <a:pt x="302" y="119"/>
                        <a:pt x="253" y="119"/>
                      </a:cubicBezTo>
                      <a:cubicBezTo>
                        <a:pt x="184" y="119"/>
                        <a:pt x="135" y="179"/>
                        <a:pt x="135" y="251"/>
                      </a:cubicBezTo>
                      <a:cubicBezTo>
                        <a:pt x="135" y="253"/>
                        <a:pt x="135" y="253"/>
                        <a:pt x="135" y="253"/>
                      </a:cubicBezTo>
                      <a:cubicBezTo>
                        <a:pt x="135" y="327"/>
                        <a:pt x="183" y="387"/>
                        <a:pt x="258" y="387"/>
                      </a:cubicBezTo>
                      <a:cubicBezTo>
                        <a:pt x="305" y="387"/>
                        <a:pt x="336" y="367"/>
                        <a:pt x="370" y="335"/>
                      </a:cubicBezTo>
                      <a:cubicBezTo>
                        <a:pt x="450" y="416"/>
                        <a:pt x="450" y="416"/>
                        <a:pt x="450" y="416"/>
                      </a:cubicBezTo>
                      <a:cubicBezTo>
                        <a:pt x="403" y="468"/>
                        <a:pt x="349" y="505"/>
                        <a:pt x="252" y="505"/>
                      </a:cubicBezTo>
                      <a:cubicBezTo>
                        <a:pt x="106" y="505"/>
                        <a:pt x="0" y="393"/>
                        <a:pt x="0" y="2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15">
                  <a:extLst>
                    <a:ext uri="{FF2B5EF4-FFF2-40B4-BE49-F238E27FC236}">
                      <a16:creationId xmlns:a16="http://schemas.microsoft.com/office/drawing/2014/main" id="{6AAE8453-3F6A-9817-EFFA-806EE7E5E9AA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5553254" y="866312"/>
                  <a:ext cx="193270" cy="286802"/>
                </a:xfrm>
                <a:custGeom>
                  <a:avLst/>
                  <a:gdLst>
                    <a:gd name="T0" fmla="*/ 0 w 445"/>
                    <a:gd name="T1" fmla="*/ 0 h 660"/>
                    <a:gd name="T2" fmla="*/ 138 w 445"/>
                    <a:gd name="T3" fmla="*/ 0 h 660"/>
                    <a:gd name="T4" fmla="*/ 138 w 445"/>
                    <a:gd name="T5" fmla="*/ 244 h 660"/>
                    <a:gd name="T6" fmla="*/ 280 w 445"/>
                    <a:gd name="T7" fmla="*/ 166 h 660"/>
                    <a:gd name="T8" fmla="*/ 445 w 445"/>
                    <a:gd name="T9" fmla="*/ 346 h 660"/>
                    <a:gd name="T10" fmla="*/ 445 w 445"/>
                    <a:gd name="T11" fmla="*/ 660 h 660"/>
                    <a:gd name="T12" fmla="*/ 307 w 445"/>
                    <a:gd name="T13" fmla="*/ 660 h 660"/>
                    <a:gd name="T14" fmla="*/ 307 w 445"/>
                    <a:gd name="T15" fmla="*/ 390 h 660"/>
                    <a:gd name="T16" fmla="*/ 224 w 445"/>
                    <a:gd name="T17" fmla="*/ 291 h 660"/>
                    <a:gd name="T18" fmla="*/ 138 w 445"/>
                    <a:gd name="T19" fmla="*/ 390 h 660"/>
                    <a:gd name="T20" fmla="*/ 138 w 445"/>
                    <a:gd name="T21" fmla="*/ 660 h 660"/>
                    <a:gd name="T22" fmla="*/ 0 w 445"/>
                    <a:gd name="T23" fmla="*/ 660 h 660"/>
                    <a:gd name="T24" fmla="*/ 0 w 445"/>
                    <a:gd name="T25" fmla="*/ 0 h 6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45" h="660">
                      <a:moveTo>
                        <a:pt x="0" y="0"/>
                      </a:moveTo>
                      <a:cubicBezTo>
                        <a:pt x="138" y="0"/>
                        <a:pt x="138" y="0"/>
                        <a:pt x="138" y="0"/>
                      </a:cubicBezTo>
                      <a:cubicBezTo>
                        <a:pt x="138" y="244"/>
                        <a:pt x="138" y="244"/>
                        <a:pt x="138" y="244"/>
                      </a:cubicBezTo>
                      <a:cubicBezTo>
                        <a:pt x="169" y="203"/>
                        <a:pt x="210" y="166"/>
                        <a:pt x="280" y="166"/>
                      </a:cubicBezTo>
                      <a:cubicBezTo>
                        <a:pt x="384" y="166"/>
                        <a:pt x="445" y="235"/>
                        <a:pt x="445" y="346"/>
                      </a:cubicBezTo>
                      <a:cubicBezTo>
                        <a:pt x="445" y="660"/>
                        <a:pt x="445" y="660"/>
                        <a:pt x="445" y="660"/>
                      </a:cubicBezTo>
                      <a:cubicBezTo>
                        <a:pt x="307" y="660"/>
                        <a:pt x="307" y="660"/>
                        <a:pt x="307" y="660"/>
                      </a:cubicBezTo>
                      <a:cubicBezTo>
                        <a:pt x="307" y="390"/>
                        <a:pt x="307" y="390"/>
                        <a:pt x="307" y="390"/>
                      </a:cubicBezTo>
                      <a:cubicBezTo>
                        <a:pt x="307" y="324"/>
                        <a:pt x="276" y="291"/>
                        <a:pt x="224" y="291"/>
                      </a:cubicBezTo>
                      <a:cubicBezTo>
                        <a:pt x="171" y="291"/>
                        <a:pt x="138" y="324"/>
                        <a:pt x="138" y="390"/>
                      </a:cubicBezTo>
                      <a:cubicBezTo>
                        <a:pt x="138" y="660"/>
                        <a:pt x="138" y="660"/>
                        <a:pt x="138" y="660"/>
                      </a:cubicBezTo>
                      <a:cubicBezTo>
                        <a:pt x="0" y="660"/>
                        <a:pt x="0" y="660"/>
                        <a:pt x="0" y="66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16">
                  <a:extLst>
                    <a:ext uri="{FF2B5EF4-FFF2-40B4-BE49-F238E27FC236}">
                      <a16:creationId xmlns:a16="http://schemas.microsoft.com/office/drawing/2014/main" id="{1B4F4FA1-CBB3-6C60-529F-A5CAFEAEFAFC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5762039" y="938123"/>
                  <a:ext cx="192827" cy="214991"/>
                </a:xfrm>
                <a:custGeom>
                  <a:avLst/>
                  <a:gdLst>
                    <a:gd name="T0" fmla="*/ 0 w 444"/>
                    <a:gd name="T1" fmla="*/ 9 h 494"/>
                    <a:gd name="T2" fmla="*/ 137 w 444"/>
                    <a:gd name="T3" fmla="*/ 9 h 494"/>
                    <a:gd name="T4" fmla="*/ 137 w 444"/>
                    <a:gd name="T5" fmla="*/ 78 h 494"/>
                    <a:gd name="T6" fmla="*/ 279 w 444"/>
                    <a:gd name="T7" fmla="*/ 0 h 494"/>
                    <a:gd name="T8" fmla="*/ 444 w 444"/>
                    <a:gd name="T9" fmla="*/ 180 h 494"/>
                    <a:gd name="T10" fmla="*/ 444 w 444"/>
                    <a:gd name="T11" fmla="*/ 494 h 494"/>
                    <a:gd name="T12" fmla="*/ 306 w 444"/>
                    <a:gd name="T13" fmla="*/ 494 h 494"/>
                    <a:gd name="T14" fmla="*/ 306 w 444"/>
                    <a:gd name="T15" fmla="*/ 224 h 494"/>
                    <a:gd name="T16" fmla="*/ 223 w 444"/>
                    <a:gd name="T17" fmla="*/ 125 h 494"/>
                    <a:gd name="T18" fmla="*/ 137 w 444"/>
                    <a:gd name="T19" fmla="*/ 224 h 494"/>
                    <a:gd name="T20" fmla="*/ 137 w 444"/>
                    <a:gd name="T21" fmla="*/ 494 h 494"/>
                    <a:gd name="T22" fmla="*/ 0 w 444"/>
                    <a:gd name="T23" fmla="*/ 494 h 494"/>
                    <a:gd name="T24" fmla="*/ 0 w 444"/>
                    <a:gd name="T25" fmla="*/ 9 h 4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44" h="494">
                      <a:moveTo>
                        <a:pt x="0" y="9"/>
                      </a:moveTo>
                      <a:cubicBezTo>
                        <a:pt x="137" y="9"/>
                        <a:pt x="137" y="9"/>
                        <a:pt x="137" y="9"/>
                      </a:cubicBezTo>
                      <a:cubicBezTo>
                        <a:pt x="137" y="78"/>
                        <a:pt x="137" y="78"/>
                        <a:pt x="137" y="78"/>
                      </a:cubicBezTo>
                      <a:cubicBezTo>
                        <a:pt x="169" y="37"/>
                        <a:pt x="210" y="0"/>
                        <a:pt x="279" y="0"/>
                      </a:cubicBezTo>
                      <a:cubicBezTo>
                        <a:pt x="383" y="0"/>
                        <a:pt x="444" y="69"/>
                        <a:pt x="444" y="180"/>
                      </a:cubicBezTo>
                      <a:cubicBezTo>
                        <a:pt x="444" y="494"/>
                        <a:pt x="444" y="494"/>
                        <a:pt x="444" y="494"/>
                      </a:cubicBezTo>
                      <a:cubicBezTo>
                        <a:pt x="306" y="494"/>
                        <a:pt x="306" y="494"/>
                        <a:pt x="306" y="494"/>
                      </a:cubicBezTo>
                      <a:cubicBezTo>
                        <a:pt x="306" y="224"/>
                        <a:pt x="306" y="224"/>
                        <a:pt x="306" y="224"/>
                      </a:cubicBezTo>
                      <a:cubicBezTo>
                        <a:pt x="306" y="158"/>
                        <a:pt x="276" y="125"/>
                        <a:pt x="223" y="125"/>
                      </a:cubicBezTo>
                      <a:cubicBezTo>
                        <a:pt x="171" y="125"/>
                        <a:pt x="137" y="158"/>
                        <a:pt x="137" y="224"/>
                      </a:cubicBezTo>
                      <a:cubicBezTo>
                        <a:pt x="137" y="494"/>
                        <a:pt x="137" y="494"/>
                        <a:pt x="137" y="494"/>
                      </a:cubicBezTo>
                      <a:cubicBezTo>
                        <a:pt x="0" y="494"/>
                        <a:pt x="0" y="494"/>
                        <a:pt x="0" y="494"/>
                      </a:cubicBezTo>
                      <a:lnTo>
                        <a:pt x="0" y="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17">
                  <a:extLst>
                    <a:ext uri="{FF2B5EF4-FFF2-40B4-BE49-F238E27FC236}">
                      <a16:creationId xmlns:a16="http://schemas.microsoft.com/office/drawing/2014/main" id="{38ED00BC-F974-86E2-00A9-AFE79D5A050B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5967277" y="938123"/>
                  <a:ext cx="228289" cy="219867"/>
                </a:xfrm>
                <a:custGeom>
                  <a:avLst/>
                  <a:gdLst>
                    <a:gd name="T0" fmla="*/ 0 w 525"/>
                    <a:gd name="T1" fmla="*/ 254 h 505"/>
                    <a:gd name="T2" fmla="*/ 0 w 525"/>
                    <a:gd name="T3" fmla="*/ 253 h 505"/>
                    <a:gd name="T4" fmla="*/ 263 w 525"/>
                    <a:gd name="T5" fmla="*/ 0 h 505"/>
                    <a:gd name="T6" fmla="*/ 525 w 525"/>
                    <a:gd name="T7" fmla="*/ 251 h 505"/>
                    <a:gd name="T8" fmla="*/ 525 w 525"/>
                    <a:gd name="T9" fmla="*/ 253 h 505"/>
                    <a:gd name="T10" fmla="*/ 262 w 525"/>
                    <a:gd name="T11" fmla="*/ 505 h 505"/>
                    <a:gd name="T12" fmla="*/ 0 w 525"/>
                    <a:gd name="T13" fmla="*/ 254 h 505"/>
                    <a:gd name="T14" fmla="*/ 389 w 525"/>
                    <a:gd name="T15" fmla="*/ 254 h 505"/>
                    <a:gd name="T16" fmla="*/ 389 w 525"/>
                    <a:gd name="T17" fmla="*/ 253 h 505"/>
                    <a:gd name="T18" fmla="*/ 262 w 525"/>
                    <a:gd name="T19" fmla="*/ 119 h 505"/>
                    <a:gd name="T20" fmla="*/ 136 w 525"/>
                    <a:gd name="T21" fmla="*/ 251 h 505"/>
                    <a:gd name="T22" fmla="*/ 136 w 525"/>
                    <a:gd name="T23" fmla="*/ 253 h 505"/>
                    <a:gd name="T24" fmla="*/ 263 w 525"/>
                    <a:gd name="T25" fmla="*/ 387 h 505"/>
                    <a:gd name="T26" fmla="*/ 389 w 525"/>
                    <a:gd name="T27" fmla="*/ 254 h 5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25" h="505">
                      <a:moveTo>
                        <a:pt x="0" y="254"/>
                      </a:moveTo>
                      <a:cubicBezTo>
                        <a:pt x="0" y="253"/>
                        <a:pt x="0" y="253"/>
                        <a:pt x="0" y="253"/>
                      </a:cubicBezTo>
                      <a:cubicBezTo>
                        <a:pt x="0" y="113"/>
                        <a:pt x="112" y="0"/>
                        <a:pt x="263" y="0"/>
                      </a:cubicBezTo>
                      <a:cubicBezTo>
                        <a:pt x="414" y="0"/>
                        <a:pt x="525" y="111"/>
                        <a:pt x="525" y="251"/>
                      </a:cubicBezTo>
                      <a:cubicBezTo>
                        <a:pt x="525" y="253"/>
                        <a:pt x="525" y="253"/>
                        <a:pt x="525" y="253"/>
                      </a:cubicBezTo>
                      <a:cubicBezTo>
                        <a:pt x="525" y="392"/>
                        <a:pt x="413" y="505"/>
                        <a:pt x="262" y="505"/>
                      </a:cubicBezTo>
                      <a:cubicBezTo>
                        <a:pt x="111" y="505"/>
                        <a:pt x="0" y="394"/>
                        <a:pt x="0" y="254"/>
                      </a:cubicBezTo>
                      <a:close/>
                      <a:moveTo>
                        <a:pt x="389" y="254"/>
                      </a:moveTo>
                      <a:cubicBezTo>
                        <a:pt x="389" y="253"/>
                        <a:pt x="389" y="253"/>
                        <a:pt x="389" y="253"/>
                      </a:cubicBezTo>
                      <a:cubicBezTo>
                        <a:pt x="389" y="181"/>
                        <a:pt x="338" y="119"/>
                        <a:pt x="262" y="119"/>
                      </a:cubicBezTo>
                      <a:cubicBezTo>
                        <a:pt x="183" y="119"/>
                        <a:pt x="136" y="179"/>
                        <a:pt x="136" y="251"/>
                      </a:cubicBezTo>
                      <a:cubicBezTo>
                        <a:pt x="136" y="253"/>
                        <a:pt x="136" y="253"/>
                        <a:pt x="136" y="253"/>
                      </a:cubicBezTo>
                      <a:cubicBezTo>
                        <a:pt x="136" y="324"/>
                        <a:pt x="187" y="387"/>
                        <a:pt x="263" y="387"/>
                      </a:cubicBezTo>
                      <a:cubicBezTo>
                        <a:pt x="342" y="387"/>
                        <a:pt x="389" y="326"/>
                        <a:pt x="389" y="2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Rectangle 18">
                  <a:extLst>
                    <a:ext uri="{FF2B5EF4-FFF2-40B4-BE49-F238E27FC236}">
                      <a16:creationId xmlns:a16="http://schemas.microsoft.com/office/drawing/2014/main" id="{E1DB2E2B-3F0B-C2A7-93BD-1F496113EA70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6207091" y="866312"/>
                  <a:ext cx="59843" cy="28680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Freeform 19">
                  <a:extLst>
                    <a:ext uri="{FF2B5EF4-FFF2-40B4-BE49-F238E27FC236}">
                      <a16:creationId xmlns:a16="http://schemas.microsoft.com/office/drawing/2014/main" id="{DD321FFA-8AC5-9391-67FE-EC20632DEBA5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6278460" y="938123"/>
                  <a:ext cx="228732" cy="219867"/>
                </a:xfrm>
                <a:custGeom>
                  <a:avLst/>
                  <a:gdLst>
                    <a:gd name="T0" fmla="*/ 0 w 526"/>
                    <a:gd name="T1" fmla="*/ 254 h 505"/>
                    <a:gd name="T2" fmla="*/ 0 w 526"/>
                    <a:gd name="T3" fmla="*/ 253 h 505"/>
                    <a:gd name="T4" fmla="*/ 264 w 526"/>
                    <a:gd name="T5" fmla="*/ 0 h 505"/>
                    <a:gd name="T6" fmla="*/ 526 w 526"/>
                    <a:gd name="T7" fmla="*/ 251 h 505"/>
                    <a:gd name="T8" fmla="*/ 526 w 526"/>
                    <a:gd name="T9" fmla="*/ 253 h 505"/>
                    <a:gd name="T10" fmla="*/ 262 w 526"/>
                    <a:gd name="T11" fmla="*/ 505 h 505"/>
                    <a:gd name="T12" fmla="*/ 0 w 526"/>
                    <a:gd name="T13" fmla="*/ 254 h 505"/>
                    <a:gd name="T14" fmla="*/ 390 w 526"/>
                    <a:gd name="T15" fmla="*/ 254 h 505"/>
                    <a:gd name="T16" fmla="*/ 390 w 526"/>
                    <a:gd name="T17" fmla="*/ 253 h 505"/>
                    <a:gd name="T18" fmla="*/ 262 w 526"/>
                    <a:gd name="T19" fmla="*/ 119 h 505"/>
                    <a:gd name="T20" fmla="*/ 136 w 526"/>
                    <a:gd name="T21" fmla="*/ 251 h 505"/>
                    <a:gd name="T22" fmla="*/ 136 w 526"/>
                    <a:gd name="T23" fmla="*/ 253 h 505"/>
                    <a:gd name="T24" fmla="*/ 264 w 526"/>
                    <a:gd name="T25" fmla="*/ 387 h 505"/>
                    <a:gd name="T26" fmla="*/ 390 w 526"/>
                    <a:gd name="T27" fmla="*/ 254 h 5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26" h="505">
                      <a:moveTo>
                        <a:pt x="0" y="254"/>
                      </a:moveTo>
                      <a:cubicBezTo>
                        <a:pt x="0" y="253"/>
                        <a:pt x="0" y="253"/>
                        <a:pt x="0" y="253"/>
                      </a:cubicBezTo>
                      <a:cubicBezTo>
                        <a:pt x="0" y="113"/>
                        <a:pt x="113" y="0"/>
                        <a:pt x="264" y="0"/>
                      </a:cubicBezTo>
                      <a:cubicBezTo>
                        <a:pt x="414" y="0"/>
                        <a:pt x="526" y="111"/>
                        <a:pt x="526" y="251"/>
                      </a:cubicBezTo>
                      <a:cubicBezTo>
                        <a:pt x="526" y="253"/>
                        <a:pt x="526" y="253"/>
                        <a:pt x="526" y="253"/>
                      </a:cubicBezTo>
                      <a:cubicBezTo>
                        <a:pt x="526" y="392"/>
                        <a:pt x="413" y="505"/>
                        <a:pt x="262" y="505"/>
                      </a:cubicBezTo>
                      <a:cubicBezTo>
                        <a:pt x="112" y="505"/>
                        <a:pt x="0" y="394"/>
                        <a:pt x="0" y="254"/>
                      </a:cubicBezTo>
                      <a:close/>
                      <a:moveTo>
                        <a:pt x="390" y="254"/>
                      </a:moveTo>
                      <a:cubicBezTo>
                        <a:pt x="390" y="253"/>
                        <a:pt x="390" y="253"/>
                        <a:pt x="390" y="253"/>
                      </a:cubicBezTo>
                      <a:cubicBezTo>
                        <a:pt x="390" y="181"/>
                        <a:pt x="338" y="119"/>
                        <a:pt x="262" y="119"/>
                      </a:cubicBezTo>
                      <a:cubicBezTo>
                        <a:pt x="183" y="119"/>
                        <a:pt x="136" y="179"/>
                        <a:pt x="136" y="251"/>
                      </a:cubicBezTo>
                      <a:cubicBezTo>
                        <a:pt x="136" y="253"/>
                        <a:pt x="136" y="253"/>
                        <a:pt x="136" y="253"/>
                      </a:cubicBezTo>
                      <a:cubicBezTo>
                        <a:pt x="136" y="324"/>
                        <a:pt x="188" y="387"/>
                        <a:pt x="264" y="387"/>
                      </a:cubicBezTo>
                      <a:cubicBezTo>
                        <a:pt x="343" y="387"/>
                        <a:pt x="390" y="326"/>
                        <a:pt x="390" y="2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Freeform 20">
                  <a:extLst>
                    <a:ext uri="{FF2B5EF4-FFF2-40B4-BE49-F238E27FC236}">
                      <a16:creationId xmlns:a16="http://schemas.microsoft.com/office/drawing/2014/main" id="{DDFC3C47-DE57-7574-3ADA-FE29242B505E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6516057" y="938123"/>
                  <a:ext cx="221197" cy="278823"/>
                </a:xfrm>
                <a:custGeom>
                  <a:avLst/>
                  <a:gdLst>
                    <a:gd name="T0" fmla="*/ 24 w 509"/>
                    <a:gd name="T1" fmla="*/ 590 h 641"/>
                    <a:gd name="T2" fmla="*/ 71 w 509"/>
                    <a:gd name="T3" fmla="*/ 487 h 641"/>
                    <a:gd name="T4" fmla="*/ 235 w 509"/>
                    <a:gd name="T5" fmla="*/ 531 h 641"/>
                    <a:gd name="T6" fmla="*/ 373 w 509"/>
                    <a:gd name="T7" fmla="*/ 399 h 641"/>
                    <a:gd name="T8" fmla="*/ 373 w 509"/>
                    <a:gd name="T9" fmla="*/ 376 h 641"/>
                    <a:gd name="T10" fmla="*/ 215 w 509"/>
                    <a:gd name="T11" fmla="*/ 454 h 641"/>
                    <a:gd name="T12" fmla="*/ 0 w 509"/>
                    <a:gd name="T13" fmla="*/ 228 h 641"/>
                    <a:gd name="T14" fmla="*/ 0 w 509"/>
                    <a:gd name="T15" fmla="*/ 226 h 641"/>
                    <a:gd name="T16" fmla="*/ 215 w 509"/>
                    <a:gd name="T17" fmla="*/ 0 h 641"/>
                    <a:gd name="T18" fmla="*/ 372 w 509"/>
                    <a:gd name="T19" fmla="*/ 72 h 641"/>
                    <a:gd name="T20" fmla="*/ 372 w 509"/>
                    <a:gd name="T21" fmla="*/ 9 h 641"/>
                    <a:gd name="T22" fmla="*/ 509 w 509"/>
                    <a:gd name="T23" fmla="*/ 9 h 641"/>
                    <a:gd name="T24" fmla="*/ 509 w 509"/>
                    <a:gd name="T25" fmla="*/ 385 h 641"/>
                    <a:gd name="T26" fmla="*/ 448 w 509"/>
                    <a:gd name="T27" fmla="*/ 576 h 641"/>
                    <a:gd name="T28" fmla="*/ 239 w 509"/>
                    <a:gd name="T29" fmla="*/ 641 h 641"/>
                    <a:gd name="T30" fmla="*/ 24 w 509"/>
                    <a:gd name="T31" fmla="*/ 590 h 641"/>
                    <a:gd name="T32" fmla="*/ 373 w 509"/>
                    <a:gd name="T33" fmla="*/ 228 h 641"/>
                    <a:gd name="T34" fmla="*/ 373 w 509"/>
                    <a:gd name="T35" fmla="*/ 226 h 641"/>
                    <a:gd name="T36" fmla="*/ 255 w 509"/>
                    <a:gd name="T37" fmla="*/ 114 h 641"/>
                    <a:gd name="T38" fmla="*/ 137 w 509"/>
                    <a:gd name="T39" fmla="*/ 226 h 641"/>
                    <a:gd name="T40" fmla="*/ 137 w 509"/>
                    <a:gd name="T41" fmla="*/ 228 h 641"/>
                    <a:gd name="T42" fmla="*/ 255 w 509"/>
                    <a:gd name="T43" fmla="*/ 340 h 641"/>
                    <a:gd name="T44" fmla="*/ 373 w 509"/>
                    <a:gd name="T45" fmla="*/ 228 h 6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509" h="641">
                      <a:moveTo>
                        <a:pt x="24" y="590"/>
                      </a:moveTo>
                      <a:cubicBezTo>
                        <a:pt x="71" y="487"/>
                        <a:pt x="71" y="487"/>
                        <a:pt x="71" y="487"/>
                      </a:cubicBezTo>
                      <a:cubicBezTo>
                        <a:pt x="121" y="515"/>
                        <a:pt x="171" y="531"/>
                        <a:pt x="235" y="531"/>
                      </a:cubicBezTo>
                      <a:cubicBezTo>
                        <a:pt x="329" y="531"/>
                        <a:pt x="373" y="486"/>
                        <a:pt x="373" y="399"/>
                      </a:cubicBezTo>
                      <a:cubicBezTo>
                        <a:pt x="373" y="376"/>
                        <a:pt x="373" y="376"/>
                        <a:pt x="373" y="376"/>
                      </a:cubicBezTo>
                      <a:cubicBezTo>
                        <a:pt x="333" y="425"/>
                        <a:pt x="288" y="454"/>
                        <a:pt x="215" y="454"/>
                      </a:cubicBezTo>
                      <a:cubicBezTo>
                        <a:pt x="102" y="454"/>
                        <a:pt x="0" y="372"/>
                        <a:pt x="0" y="228"/>
                      </a:cubicBezTo>
                      <a:cubicBezTo>
                        <a:pt x="0" y="226"/>
                        <a:pt x="0" y="226"/>
                        <a:pt x="0" y="226"/>
                      </a:cubicBezTo>
                      <a:cubicBezTo>
                        <a:pt x="0" y="82"/>
                        <a:pt x="104" y="0"/>
                        <a:pt x="215" y="0"/>
                      </a:cubicBezTo>
                      <a:cubicBezTo>
                        <a:pt x="290" y="0"/>
                        <a:pt x="334" y="32"/>
                        <a:pt x="372" y="72"/>
                      </a:cubicBezTo>
                      <a:cubicBezTo>
                        <a:pt x="372" y="9"/>
                        <a:pt x="372" y="9"/>
                        <a:pt x="372" y="9"/>
                      </a:cubicBezTo>
                      <a:cubicBezTo>
                        <a:pt x="509" y="9"/>
                        <a:pt x="509" y="9"/>
                        <a:pt x="509" y="9"/>
                      </a:cubicBezTo>
                      <a:cubicBezTo>
                        <a:pt x="509" y="385"/>
                        <a:pt x="509" y="385"/>
                        <a:pt x="509" y="385"/>
                      </a:cubicBezTo>
                      <a:cubicBezTo>
                        <a:pt x="509" y="472"/>
                        <a:pt x="488" y="535"/>
                        <a:pt x="448" y="576"/>
                      </a:cubicBezTo>
                      <a:cubicBezTo>
                        <a:pt x="402" y="621"/>
                        <a:pt x="333" y="641"/>
                        <a:pt x="239" y="641"/>
                      </a:cubicBezTo>
                      <a:cubicBezTo>
                        <a:pt x="160" y="641"/>
                        <a:pt x="86" y="623"/>
                        <a:pt x="24" y="590"/>
                      </a:cubicBezTo>
                      <a:close/>
                      <a:moveTo>
                        <a:pt x="373" y="228"/>
                      </a:moveTo>
                      <a:cubicBezTo>
                        <a:pt x="373" y="226"/>
                        <a:pt x="373" y="226"/>
                        <a:pt x="373" y="226"/>
                      </a:cubicBezTo>
                      <a:cubicBezTo>
                        <a:pt x="373" y="160"/>
                        <a:pt x="322" y="114"/>
                        <a:pt x="255" y="114"/>
                      </a:cubicBezTo>
                      <a:cubicBezTo>
                        <a:pt x="188" y="114"/>
                        <a:pt x="137" y="160"/>
                        <a:pt x="137" y="226"/>
                      </a:cubicBezTo>
                      <a:cubicBezTo>
                        <a:pt x="137" y="228"/>
                        <a:pt x="137" y="228"/>
                        <a:pt x="137" y="228"/>
                      </a:cubicBezTo>
                      <a:cubicBezTo>
                        <a:pt x="137" y="295"/>
                        <a:pt x="188" y="340"/>
                        <a:pt x="255" y="340"/>
                      </a:cubicBezTo>
                      <a:cubicBezTo>
                        <a:pt x="322" y="340"/>
                        <a:pt x="373" y="294"/>
                        <a:pt x="373" y="2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Freeform 21">
                  <a:extLst>
                    <a:ext uri="{FF2B5EF4-FFF2-40B4-BE49-F238E27FC236}">
                      <a16:creationId xmlns:a16="http://schemas.microsoft.com/office/drawing/2014/main" id="{8F340934-1937-97BE-0507-BDD0C0215978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6747450" y="942113"/>
                  <a:ext cx="219424" cy="275277"/>
                </a:xfrm>
                <a:custGeom>
                  <a:avLst/>
                  <a:gdLst>
                    <a:gd name="T0" fmla="*/ 362 w 505"/>
                    <a:gd name="T1" fmla="*/ 0 h 633"/>
                    <a:gd name="T2" fmla="*/ 505 w 505"/>
                    <a:gd name="T3" fmla="*/ 0 h 633"/>
                    <a:gd name="T4" fmla="*/ 319 w 505"/>
                    <a:gd name="T5" fmla="*/ 497 h 633"/>
                    <a:gd name="T6" fmla="*/ 159 w 505"/>
                    <a:gd name="T7" fmla="*/ 633 h 633"/>
                    <a:gd name="T8" fmla="*/ 37 w 505"/>
                    <a:gd name="T9" fmla="*/ 599 h 633"/>
                    <a:gd name="T10" fmla="*/ 83 w 505"/>
                    <a:gd name="T11" fmla="*/ 500 h 633"/>
                    <a:gd name="T12" fmla="*/ 142 w 505"/>
                    <a:gd name="T13" fmla="*/ 519 h 633"/>
                    <a:gd name="T14" fmla="*/ 190 w 505"/>
                    <a:gd name="T15" fmla="*/ 487 h 633"/>
                    <a:gd name="T16" fmla="*/ 0 w 505"/>
                    <a:gd name="T17" fmla="*/ 0 h 633"/>
                    <a:gd name="T18" fmla="*/ 146 w 505"/>
                    <a:gd name="T19" fmla="*/ 0 h 633"/>
                    <a:gd name="T20" fmla="*/ 256 w 505"/>
                    <a:gd name="T21" fmla="*/ 331 h 633"/>
                    <a:gd name="T22" fmla="*/ 362 w 505"/>
                    <a:gd name="T23" fmla="*/ 0 h 6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05" h="633">
                      <a:moveTo>
                        <a:pt x="362" y="0"/>
                      </a:moveTo>
                      <a:cubicBezTo>
                        <a:pt x="505" y="0"/>
                        <a:pt x="505" y="0"/>
                        <a:pt x="505" y="0"/>
                      </a:cubicBezTo>
                      <a:cubicBezTo>
                        <a:pt x="319" y="497"/>
                        <a:pt x="319" y="497"/>
                        <a:pt x="319" y="497"/>
                      </a:cubicBezTo>
                      <a:cubicBezTo>
                        <a:pt x="282" y="596"/>
                        <a:pt x="242" y="633"/>
                        <a:pt x="159" y="633"/>
                      </a:cubicBezTo>
                      <a:cubicBezTo>
                        <a:pt x="110" y="633"/>
                        <a:pt x="73" y="620"/>
                        <a:pt x="37" y="599"/>
                      </a:cubicBezTo>
                      <a:cubicBezTo>
                        <a:pt x="83" y="500"/>
                        <a:pt x="83" y="500"/>
                        <a:pt x="83" y="500"/>
                      </a:cubicBezTo>
                      <a:cubicBezTo>
                        <a:pt x="101" y="511"/>
                        <a:pt x="124" y="519"/>
                        <a:pt x="142" y="519"/>
                      </a:cubicBezTo>
                      <a:cubicBezTo>
                        <a:pt x="166" y="519"/>
                        <a:pt x="178" y="512"/>
                        <a:pt x="190" y="487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46" y="0"/>
                        <a:pt x="146" y="0"/>
                        <a:pt x="146" y="0"/>
                      </a:cubicBezTo>
                      <a:cubicBezTo>
                        <a:pt x="256" y="331"/>
                        <a:pt x="256" y="331"/>
                        <a:pt x="256" y="331"/>
                      </a:cubicBezTo>
                      <a:lnTo>
                        <a:pt x="3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" name="Freeform 22">
                  <a:extLst>
                    <a:ext uri="{FF2B5EF4-FFF2-40B4-BE49-F238E27FC236}">
                      <a16:creationId xmlns:a16="http://schemas.microsoft.com/office/drawing/2014/main" id="{78E57EE6-B030-6A6D-02E7-AE757B31E8EC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6005842" y="1258171"/>
                  <a:ext cx="132541" cy="290348"/>
                </a:xfrm>
                <a:custGeom>
                  <a:avLst/>
                  <a:gdLst>
                    <a:gd name="T0" fmla="*/ 57 w 305"/>
                    <a:gd name="T1" fmla="*/ 299 h 667"/>
                    <a:gd name="T2" fmla="*/ 0 w 305"/>
                    <a:gd name="T3" fmla="*/ 299 h 667"/>
                    <a:gd name="T4" fmla="*/ 0 w 305"/>
                    <a:gd name="T5" fmla="*/ 186 h 667"/>
                    <a:gd name="T6" fmla="*/ 57 w 305"/>
                    <a:gd name="T7" fmla="*/ 186 h 667"/>
                    <a:gd name="T8" fmla="*/ 57 w 305"/>
                    <a:gd name="T9" fmla="*/ 155 h 667"/>
                    <a:gd name="T10" fmla="*/ 96 w 305"/>
                    <a:gd name="T11" fmla="*/ 38 h 667"/>
                    <a:gd name="T12" fmla="*/ 208 w 305"/>
                    <a:gd name="T13" fmla="*/ 0 h 667"/>
                    <a:gd name="T14" fmla="*/ 305 w 305"/>
                    <a:gd name="T15" fmla="*/ 13 h 667"/>
                    <a:gd name="T16" fmla="*/ 305 w 305"/>
                    <a:gd name="T17" fmla="*/ 127 h 667"/>
                    <a:gd name="T18" fmla="*/ 243 w 305"/>
                    <a:gd name="T19" fmla="*/ 115 h 667"/>
                    <a:gd name="T20" fmla="*/ 193 w 305"/>
                    <a:gd name="T21" fmla="*/ 168 h 667"/>
                    <a:gd name="T22" fmla="*/ 193 w 305"/>
                    <a:gd name="T23" fmla="*/ 187 h 667"/>
                    <a:gd name="T24" fmla="*/ 305 w 305"/>
                    <a:gd name="T25" fmla="*/ 187 h 667"/>
                    <a:gd name="T26" fmla="*/ 305 w 305"/>
                    <a:gd name="T27" fmla="*/ 299 h 667"/>
                    <a:gd name="T28" fmla="*/ 195 w 305"/>
                    <a:gd name="T29" fmla="*/ 299 h 667"/>
                    <a:gd name="T30" fmla="*/ 195 w 305"/>
                    <a:gd name="T31" fmla="*/ 667 h 667"/>
                    <a:gd name="T32" fmla="*/ 57 w 305"/>
                    <a:gd name="T33" fmla="*/ 667 h 667"/>
                    <a:gd name="T34" fmla="*/ 57 w 305"/>
                    <a:gd name="T35" fmla="*/ 299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05" h="667">
                      <a:moveTo>
                        <a:pt x="57" y="299"/>
                      </a:moveTo>
                      <a:cubicBezTo>
                        <a:pt x="0" y="299"/>
                        <a:pt x="0" y="299"/>
                        <a:pt x="0" y="299"/>
                      </a:cubicBezTo>
                      <a:cubicBezTo>
                        <a:pt x="0" y="186"/>
                        <a:pt x="0" y="186"/>
                        <a:pt x="0" y="186"/>
                      </a:cubicBezTo>
                      <a:cubicBezTo>
                        <a:pt x="57" y="186"/>
                        <a:pt x="57" y="186"/>
                        <a:pt x="57" y="186"/>
                      </a:cubicBezTo>
                      <a:cubicBezTo>
                        <a:pt x="57" y="155"/>
                        <a:pt x="57" y="155"/>
                        <a:pt x="57" y="155"/>
                      </a:cubicBezTo>
                      <a:cubicBezTo>
                        <a:pt x="57" y="102"/>
                        <a:pt x="71" y="63"/>
                        <a:pt x="96" y="38"/>
                      </a:cubicBezTo>
                      <a:cubicBezTo>
                        <a:pt x="122" y="12"/>
                        <a:pt x="159" y="0"/>
                        <a:pt x="208" y="0"/>
                      </a:cubicBezTo>
                      <a:cubicBezTo>
                        <a:pt x="251" y="0"/>
                        <a:pt x="280" y="5"/>
                        <a:pt x="305" y="13"/>
                      </a:cubicBezTo>
                      <a:cubicBezTo>
                        <a:pt x="305" y="127"/>
                        <a:pt x="305" y="127"/>
                        <a:pt x="305" y="127"/>
                      </a:cubicBezTo>
                      <a:cubicBezTo>
                        <a:pt x="286" y="120"/>
                        <a:pt x="267" y="115"/>
                        <a:pt x="243" y="115"/>
                      </a:cubicBezTo>
                      <a:cubicBezTo>
                        <a:pt x="211" y="115"/>
                        <a:pt x="193" y="132"/>
                        <a:pt x="193" y="168"/>
                      </a:cubicBezTo>
                      <a:cubicBezTo>
                        <a:pt x="193" y="187"/>
                        <a:pt x="193" y="187"/>
                        <a:pt x="193" y="187"/>
                      </a:cubicBezTo>
                      <a:cubicBezTo>
                        <a:pt x="305" y="187"/>
                        <a:pt x="305" y="187"/>
                        <a:pt x="305" y="187"/>
                      </a:cubicBezTo>
                      <a:cubicBezTo>
                        <a:pt x="305" y="299"/>
                        <a:pt x="305" y="299"/>
                        <a:pt x="305" y="299"/>
                      </a:cubicBezTo>
                      <a:cubicBezTo>
                        <a:pt x="195" y="299"/>
                        <a:pt x="195" y="299"/>
                        <a:pt x="195" y="299"/>
                      </a:cubicBezTo>
                      <a:cubicBezTo>
                        <a:pt x="195" y="667"/>
                        <a:pt x="195" y="667"/>
                        <a:pt x="195" y="667"/>
                      </a:cubicBezTo>
                      <a:cubicBezTo>
                        <a:pt x="57" y="667"/>
                        <a:pt x="57" y="667"/>
                        <a:pt x="57" y="667"/>
                      </a:cubicBezTo>
                      <a:lnTo>
                        <a:pt x="57" y="29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" name="Freeform 23">
                  <a:extLst>
                    <a:ext uri="{FF2B5EF4-FFF2-40B4-BE49-F238E27FC236}">
                      <a16:creationId xmlns:a16="http://schemas.microsoft.com/office/drawing/2014/main" id="{F08F0B61-CCAE-E9DF-2B97-676BD2A71031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6137497" y="1333086"/>
                  <a:ext cx="228289" cy="219867"/>
                </a:xfrm>
                <a:custGeom>
                  <a:avLst/>
                  <a:gdLst>
                    <a:gd name="T0" fmla="*/ 0 w 525"/>
                    <a:gd name="T1" fmla="*/ 255 h 506"/>
                    <a:gd name="T2" fmla="*/ 0 w 525"/>
                    <a:gd name="T3" fmla="*/ 253 h 506"/>
                    <a:gd name="T4" fmla="*/ 263 w 525"/>
                    <a:gd name="T5" fmla="*/ 0 h 506"/>
                    <a:gd name="T6" fmla="*/ 525 w 525"/>
                    <a:gd name="T7" fmla="*/ 251 h 506"/>
                    <a:gd name="T8" fmla="*/ 525 w 525"/>
                    <a:gd name="T9" fmla="*/ 253 h 506"/>
                    <a:gd name="T10" fmla="*/ 261 w 525"/>
                    <a:gd name="T11" fmla="*/ 506 h 506"/>
                    <a:gd name="T12" fmla="*/ 0 w 525"/>
                    <a:gd name="T13" fmla="*/ 255 h 506"/>
                    <a:gd name="T14" fmla="*/ 389 w 525"/>
                    <a:gd name="T15" fmla="*/ 255 h 506"/>
                    <a:gd name="T16" fmla="*/ 389 w 525"/>
                    <a:gd name="T17" fmla="*/ 253 h 506"/>
                    <a:gd name="T18" fmla="*/ 261 w 525"/>
                    <a:gd name="T19" fmla="*/ 119 h 506"/>
                    <a:gd name="T20" fmla="*/ 135 w 525"/>
                    <a:gd name="T21" fmla="*/ 251 h 506"/>
                    <a:gd name="T22" fmla="*/ 135 w 525"/>
                    <a:gd name="T23" fmla="*/ 253 h 506"/>
                    <a:gd name="T24" fmla="*/ 263 w 525"/>
                    <a:gd name="T25" fmla="*/ 387 h 506"/>
                    <a:gd name="T26" fmla="*/ 389 w 525"/>
                    <a:gd name="T27" fmla="*/ 255 h 5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25" h="506">
                      <a:moveTo>
                        <a:pt x="0" y="255"/>
                      </a:moveTo>
                      <a:cubicBezTo>
                        <a:pt x="0" y="253"/>
                        <a:pt x="0" y="253"/>
                        <a:pt x="0" y="253"/>
                      </a:cubicBezTo>
                      <a:cubicBezTo>
                        <a:pt x="0" y="114"/>
                        <a:pt x="112" y="0"/>
                        <a:pt x="263" y="0"/>
                      </a:cubicBezTo>
                      <a:cubicBezTo>
                        <a:pt x="413" y="0"/>
                        <a:pt x="525" y="112"/>
                        <a:pt x="525" y="251"/>
                      </a:cubicBezTo>
                      <a:cubicBezTo>
                        <a:pt x="525" y="253"/>
                        <a:pt x="525" y="253"/>
                        <a:pt x="525" y="253"/>
                      </a:cubicBezTo>
                      <a:cubicBezTo>
                        <a:pt x="525" y="392"/>
                        <a:pt x="412" y="506"/>
                        <a:pt x="261" y="506"/>
                      </a:cubicBezTo>
                      <a:cubicBezTo>
                        <a:pt x="111" y="506"/>
                        <a:pt x="0" y="394"/>
                        <a:pt x="0" y="255"/>
                      </a:cubicBezTo>
                      <a:close/>
                      <a:moveTo>
                        <a:pt x="389" y="255"/>
                      </a:moveTo>
                      <a:cubicBezTo>
                        <a:pt x="389" y="253"/>
                        <a:pt x="389" y="253"/>
                        <a:pt x="389" y="253"/>
                      </a:cubicBezTo>
                      <a:cubicBezTo>
                        <a:pt x="389" y="182"/>
                        <a:pt x="337" y="119"/>
                        <a:pt x="261" y="119"/>
                      </a:cubicBezTo>
                      <a:cubicBezTo>
                        <a:pt x="183" y="119"/>
                        <a:pt x="135" y="180"/>
                        <a:pt x="135" y="251"/>
                      </a:cubicBezTo>
                      <a:cubicBezTo>
                        <a:pt x="135" y="253"/>
                        <a:pt x="135" y="253"/>
                        <a:pt x="135" y="253"/>
                      </a:cubicBezTo>
                      <a:cubicBezTo>
                        <a:pt x="135" y="325"/>
                        <a:pt x="187" y="387"/>
                        <a:pt x="263" y="387"/>
                      </a:cubicBezTo>
                      <a:cubicBezTo>
                        <a:pt x="342" y="387"/>
                        <a:pt x="389" y="326"/>
                        <a:pt x="389" y="25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" name="Freeform 24">
                  <a:extLst>
                    <a:ext uri="{FF2B5EF4-FFF2-40B4-BE49-F238E27FC236}">
                      <a16:creationId xmlns:a16="http://schemas.microsoft.com/office/drawing/2014/main" id="{9100D0B5-2A65-D491-8A65-AF6EEA21FF8E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6379084" y="1331756"/>
                  <a:ext cx="127665" cy="216764"/>
                </a:xfrm>
                <a:custGeom>
                  <a:avLst/>
                  <a:gdLst>
                    <a:gd name="T0" fmla="*/ 0 w 293"/>
                    <a:gd name="T1" fmla="*/ 13 h 498"/>
                    <a:gd name="T2" fmla="*/ 138 w 293"/>
                    <a:gd name="T3" fmla="*/ 13 h 498"/>
                    <a:gd name="T4" fmla="*/ 138 w 293"/>
                    <a:gd name="T5" fmla="*/ 110 h 498"/>
                    <a:gd name="T6" fmla="*/ 293 w 293"/>
                    <a:gd name="T7" fmla="*/ 3 h 498"/>
                    <a:gd name="T8" fmla="*/ 293 w 293"/>
                    <a:gd name="T9" fmla="*/ 147 h 498"/>
                    <a:gd name="T10" fmla="*/ 286 w 293"/>
                    <a:gd name="T11" fmla="*/ 147 h 498"/>
                    <a:gd name="T12" fmla="*/ 138 w 293"/>
                    <a:gd name="T13" fmla="*/ 318 h 498"/>
                    <a:gd name="T14" fmla="*/ 138 w 293"/>
                    <a:gd name="T15" fmla="*/ 498 h 498"/>
                    <a:gd name="T16" fmla="*/ 0 w 293"/>
                    <a:gd name="T17" fmla="*/ 498 h 498"/>
                    <a:gd name="T18" fmla="*/ 0 w 293"/>
                    <a:gd name="T19" fmla="*/ 13 h 4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93" h="498">
                      <a:moveTo>
                        <a:pt x="0" y="13"/>
                      </a:moveTo>
                      <a:cubicBezTo>
                        <a:pt x="138" y="13"/>
                        <a:pt x="138" y="13"/>
                        <a:pt x="138" y="13"/>
                      </a:cubicBezTo>
                      <a:cubicBezTo>
                        <a:pt x="138" y="110"/>
                        <a:pt x="138" y="110"/>
                        <a:pt x="138" y="110"/>
                      </a:cubicBezTo>
                      <a:cubicBezTo>
                        <a:pt x="166" y="43"/>
                        <a:pt x="211" y="0"/>
                        <a:pt x="293" y="3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86" y="147"/>
                        <a:pt x="286" y="147"/>
                        <a:pt x="286" y="147"/>
                      </a:cubicBezTo>
                      <a:cubicBezTo>
                        <a:pt x="194" y="147"/>
                        <a:pt x="138" y="203"/>
                        <a:pt x="138" y="318"/>
                      </a:cubicBezTo>
                      <a:cubicBezTo>
                        <a:pt x="138" y="498"/>
                        <a:pt x="138" y="498"/>
                        <a:pt x="138" y="498"/>
                      </a:cubicBezTo>
                      <a:cubicBezTo>
                        <a:pt x="0" y="498"/>
                        <a:pt x="0" y="498"/>
                        <a:pt x="0" y="498"/>
                      </a:cubicBezTo>
                      <a:lnTo>
                        <a:pt x="0" y="1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" name="Freeform 25">
                  <a:extLst>
                    <a:ext uri="{FF2B5EF4-FFF2-40B4-BE49-F238E27FC236}">
                      <a16:creationId xmlns:a16="http://schemas.microsoft.com/office/drawing/2014/main" id="{C46AC733-5404-F9A7-9CCF-90736810D332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6582993" y="1334859"/>
                  <a:ext cx="194157" cy="217207"/>
                </a:xfrm>
                <a:custGeom>
                  <a:avLst/>
                  <a:gdLst>
                    <a:gd name="T0" fmla="*/ 0 w 446"/>
                    <a:gd name="T1" fmla="*/ 351 h 500"/>
                    <a:gd name="T2" fmla="*/ 0 w 446"/>
                    <a:gd name="T3" fmla="*/ 349 h 500"/>
                    <a:gd name="T4" fmla="*/ 195 w 446"/>
                    <a:gd name="T5" fmla="*/ 195 h 500"/>
                    <a:gd name="T6" fmla="*/ 314 w 446"/>
                    <a:gd name="T7" fmla="*/ 215 h 500"/>
                    <a:gd name="T8" fmla="*/ 314 w 446"/>
                    <a:gd name="T9" fmla="*/ 206 h 500"/>
                    <a:gd name="T10" fmla="*/ 210 w 446"/>
                    <a:gd name="T11" fmla="*/ 118 h 500"/>
                    <a:gd name="T12" fmla="*/ 76 w 446"/>
                    <a:gd name="T13" fmla="*/ 144 h 500"/>
                    <a:gd name="T14" fmla="*/ 42 w 446"/>
                    <a:gd name="T15" fmla="*/ 39 h 500"/>
                    <a:gd name="T16" fmla="*/ 230 w 446"/>
                    <a:gd name="T17" fmla="*/ 0 h 500"/>
                    <a:gd name="T18" fmla="*/ 394 w 446"/>
                    <a:gd name="T19" fmla="*/ 54 h 500"/>
                    <a:gd name="T20" fmla="*/ 446 w 446"/>
                    <a:gd name="T21" fmla="*/ 209 h 500"/>
                    <a:gd name="T22" fmla="*/ 446 w 446"/>
                    <a:gd name="T23" fmla="*/ 491 h 500"/>
                    <a:gd name="T24" fmla="*/ 313 w 446"/>
                    <a:gd name="T25" fmla="*/ 491 h 500"/>
                    <a:gd name="T26" fmla="*/ 313 w 446"/>
                    <a:gd name="T27" fmla="*/ 438 h 500"/>
                    <a:gd name="T28" fmla="*/ 167 w 446"/>
                    <a:gd name="T29" fmla="*/ 500 h 500"/>
                    <a:gd name="T30" fmla="*/ 0 w 446"/>
                    <a:gd name="T31" fmla="*/ 351 h 500"/>
                    <a:gd name="T32" fmla="*/ 316 w 446"/>
                    <a:gd name="T33" fmla="*/ 320 h 500"/>
                    <a:gd name="T34" fmla="*/ 316 w 446"/>
                    <a:gd name="T35" fmla="*/ 295 h 500"/>
                    <a:gd name="T36" fmla="*/ 228 w 446"/>
                    <a:gd name="T37" fmla="*/ 277 h 500"/>
                    <a:gd name="T38" fmla="*/ 133 w 446"/>
                    <a:gd name="T39" fmla="*/ 344 h 500"/>
                    <a:gd name="T40" fmla="*/ 133 w 446"/>
                    <a:gd name="T41" fmla="*/ 346 h 500"/>
                    <a:gd name="T42" fmla="*/ 208 w 446"/>
                    <a:gd name="T43" fmla="*/ 405 h 500"/>
                    <a:gd name="T44" fmla="*/ 316 w 446"/>
                    <a:gd name="T45" fmla="*/ 320 h 5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46" h="500">
                      <a:moveTo>
                        <a:pt x="0" y="351"/>
                      </a:moveTo>
                      <a:cubicBezTo>
                        <a:pt x="0" y="349"/>
                        <a:pt x="0" y="349"/>
                        <a:pt x="0" y="349"/>
                      </a:cubicBezTo>
                      <a:cubicBezTo>
                        <a:pt x="0" y="244"/>
                        <a:pt x="81" y="195"/>
                        <a:pt x="195" y="195"/>
                      </a:cubicBezTo>
                      <a:cubicBezTo>
                        <a:pt x="244" y="195"/>
                        <a:pt x="280" y="203"/>
                        <a:pt x="314" y="215"/>
                      </a:cubicBezTo>
                      <a:cubicBezTo>
                        <a:pt x="314" y="206"/>
                        <a:pt x="314" y="206"/>
                        <a:pt x="314" y="206"/>
                      </a:cubicBezTo>
                      <a:cubicBezTo>
                        <a:pt x="314" y="149"/>
                        <a:pt x="279" y="118"/>
                        <a:pt x="210" y="118"/>
                      </a:cubicBezTo>
                      <a:cubicBezTo>
                        <a:pt x="157" y="118"/>
                        <a:pt x="120" y="128"/>
                        <a:pt x="76" y="144"/>
                      </a:cubicBezTo>
                      <a:cubicBezTo>
                        <a:pt x="42" y="39"/>
                        <a:pt x="42" y="39"/>
                        <a:pt x="42" y="39"/>
                      </a:cubicBezTo>
                      <a:cubicBezTo>
                        <a:pt x="95" y="15"/>
                        <a:pt x="148" y="0"/>
                        <a:pt x="230" y="0"/>
                      </a:cubicBezTo>
                      <a:cubicBezTo>
                        <a:pt x="305" y="0"/>
                        <a:pt x="359" y="20"/>
                        <a:pt x="394" y="54"/>
                      </a:cubicBezTo>
                      <a:cubicBezTo>
                        <a:pt x="430" y="91"/>
                        <a:pt x="446" y="144"/>
                        <a:pt x="446" y="209"/>
                      </a:cubicBezTo>
                      <a:cubicBezTo>
                        <a:pt x="446" y="491"/>
                        <a:pt x="446" y="491"/>
                        <a:pt x="446" y="491"/>
                      </a:cubicBezTo>
                      <a:cubicBezTo>
                        <a:pt x="313" y="491"/>
                        <a:pt x="313" y="491"/>
                        <a:pt x="313" y="491"/>
                      </a:cubicBezTo>
                      <a:cubicBezTo>
                        <a:pt x="313" y="438"/>
                        <a:pt x="313" y="438"/>
                        <a:pt x="313" y="438"/>
                      </a:cubicBezTo>
                      <a:cubicBezTo>
                        <a:pt x="280" y="475"/>
                        <a:pt x="234" y="500"/>
                        <a:pt x="167" y="500"/>
                      </a:cubicBezTo>
                      <a:cubicBezTo>
                        <a:pt x="75" y="500"/>
                        <a:pt x="0" y="447"/>
                        <a:pt x="0" y="351"/>
                      </a:cubicBezTo>
                      <a:close/>
                      <a:moveTo>
                        <a:pt x="316" y="320"/>
                      </a:moveTo>
                      <a:cubicBezTo>
                        <a:pt x="316" y="295"/>
                        <a:pt x="316" y="295"/>
                        <a:pt x="316" y="295"/>
                      </a:cubicBezTo>
                      <a:cubicBezTo>
                        <a:pt x="292" y="284"/>
                        <a:pt x="262" y="277"/>
                        <a:pt x="228" y="277"/>
                      </a:cubicBezTo>
                      <a:cubicBezTo>
                        <a:pt x="169" y="277"/>
                        <a:pt x="133" y="301"/>
                        <a:pt x="133" y="344"/>
                      </a:cubicBezTo>
                      <a:cubicBezTo>
                        <a:pt x="133" y="346"/>
                        <a:pt x="133" y="346"/>
                        <a:pt x="133" y="346"/>
                      </a:cubicBezTo>
                      <a:cubicBezTo>
                        <a:pt x="133" y="383"/>
                        <a:pt x="164" y="405"/>
                        <a:pt x="208" y="405"/>
                      </a:cubicBezTo>
                      <a:cubicBezTo>
                        <a:pt x="272" y="405"/>
                        <a:pt x="316" y="369"/>
                        <a:pt x="316" y="3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" name="Rectangle 26">
                  <a:extLst>
                    <a:ext uri="{FF2B5EF4-FFF2-40B4-BE49-F238E27FC236}">
                      <a16:creationId xmlns:a16="http://schemas.microsoft.com/office/drawing/2014/main" id="{3FBDFBB4-2C24-9CFF-9DBF-994E97BE8A4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6801973" y="1260831"/>
                  <a:ext cx="59843" cy="28768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" name="Rectangle 27">
                  <a:extLst>
                    <a:ext uri="{FF2B5EF4-FFF2-40B4-BE49-F238E27FC236}">
                      <a16:creationId xmlns:a16="http://schemas.microsoft.com/office/drawing/2014/main" id="{54BE6892-4268-87FE-E962-B9F59DA5A69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6886639" y="1260831"/>
                  <a:ext cx="59399" cy="28768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7" name="Rectangle 28">
                <a:extLst>
                  <a:ext uri="{FF2B5EF4-FFF2-40B4-BE49-F238E27FC236}">
                    <a16:creationId xmlns:a16="http://schemas.microsoft.com/office/drawing/2014/main" id="{D955933A-12D5-C2CD-A4F2-B01196E748A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1556230" y="767096"/>
                <a:ext cx="634181" cy="189869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E4060401-AB3D-543B-EC57-0435F87468A2}"/>
                  </a:ext>
                </a:extLst>
              </p:cNvPr>
              <p:cNvGrpSpPr/>
              <p:nvPr userDrawn="1"/>
            </p:nvGrpSpPr>
            <p:grpSpPr>
              <a:xfrm>
                <a:off x="11701122" y="936748"/>
                <a:ext cx="321494" cy="1552800"/>
                <a:chOff x="7313961" y="501936"/>
                <a:chExt cx="323594" cy="1566108"/>
              </a:xfrm>
            </p:grpSpPr>
            <p:sp>
              <p:nvSpPr>
                <p:cNvPr id="59" name="Freeform 29">
                  <a:extLst>
                    <a:ext uri="{FF2B5EF4-FFF2-40B4-BE49-F238E27FC236}">
                      <a16:creationId xmlns:a16="http://schemas.microsoft.com/office/drawing/2014/main" id="{CE22B628-91D8-72FE-CFF1-70F453C97D23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7383556" y="1311808"/>
                  <a:ext cx="249567" cy="247350"/>
                </a:xfrm>
                <a:custGeom>
                  <a:avLst/>
                  <a:gdLst>
                    <a:gd name="T0" fmla="*/ 0 w 574"/>
                    <a:gd name="T1" fmla="*/ 229 h 569"/>
                    <a:gd name="T2" fmla="*/ 90 w 574"/>
                    <a:gd name="T3" fmla="*/ 413 h 569"/>
                    <a:gd name="T4" fmla="*/ 90 w 574"/>
                    <a:gd name="T5" fmla="*/ 413 h 569"/>
                    <a:gd name="T6" fmla="*/ 90 w 574"/>
                    <a:gd name="T7" fmla="*/ 413 h 569"/>
                    <a:gd name="T8" fmla="*/ 9 w 574"/>
                    <a:gd name="T9" fmla="*/ 413 h 569"/>
                    <a:gd name="T10" fmla="*/ 9 w 574"/>
                    <a:gd name="T11" fmla="*/ 569 h 569"/>
                    <a:gd name="T12" fmla="*/ 574 w 574"/>
                    <a:gd name="T13" fmla="*/ 569 h 569"/>
                    <a:gd name="T14" fmla="*/ 574 w 574"/>
                    <a:gd name="T15" fmla="*/ 413 h 569"/>
                    <a:gd name="T16" fmla="*/ 253 w 574"/>
                    <a:gd name="T17" fmla="*/ 413 h 569"/>
                    <a:gd name="T18" fmla="*/ 133 w 574"/>
                    <a:gd name="T19" fmla="*/ 286 h 569"/>
                    <a:gd name="T20" fmla="*/ 253 w 574"/>
                    <a:gd name="T21" fmla="*/ 155 h 569"/>
                    <a:gd name="T22" fmla="*/ 574 w 574"/>
                    <a:gd name="T23" fmla="*/ 155 h 569"/>
                    <a:gd name="T24" fmla="*/ 574 w 574"/>
                    <a:gd name="T25" fmla="*/ 0 h 569"/>
                    <a:gd name="T26" fmla="*/ 224 w 574"/>
                    <a:gd name="T27" fmla="*/ 0 h 569"/>
                    <a:gd name="T28" fmla="*/ 0 w 574"/>
                    <a:gd name="T29" fmla="*/ 229 h 5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4" h="569">
                      <a:moveTo>
                        <a:pt x="0" y="229"/>
                      </a:moveTo>
                      <a:cubicBezTo>
                        <a:pt x="0" y="294"/>
                        <a:pt x="30" y="368"/>
                        <a:pt x="90" y="413"/>
                      </a:cubicBezTo>
                      <a:cubicBezTo>
                        <a:pt x="90" y="413"/>
                        <a:pt x="90" y="413"/>
                        <a:pt x="90" y="413"/>
                      </a:cubicBezTo>
                      <a:cubicBezTo>
                        <a:pt x="90" y="413"/>
                        <a:pt x="90" y="413"/>
                        <a:pt x="90" y="413"/>
                      </a:cubicBezTo>
                      <a:cubicBezTo>
                        <a:pt x="9" y="413"/>
                        <a:pt x="9" y="413"/>
                        <a:pt x="9" y="413"/>
                      </a:cubicBezTo>
                      <a:cubicBezTo>
                        <a:pt x="9" y="569"/>
                        <a:pt x="9" y="569"/>
                        <a:pt x="9" y="569"/>
                      </a:cubicBezTo>
                      <a:cubicBezTo>
                        <a:pt x="574" y="569"/>
                        <a:pt x="574" y="569"/>
                        <a:pt x="574" y="569"/>
                      </a:cubicBezTo>
                      <a:cubicBezTo>
                        <a:pt x="574" y="413"/>
                        <a:pt x="574" y="413"/>
                        <a:pt x="574" y="413"/>
                      </a:cubicBezTo>
                      <a:cubicBezTo>
                        <a:pt x="253" y="413"/>
                        <a:pt x="253" y="413"/>
                        <a:pt x="253" y="413"/>
                      </a:cubicBezTo>
                      <a:cubicBezTo>
                        <a:pt x="195" y="413"/>
                        <a:pt x="133" y="369"/>
                        <a:pt x="133" y="286"/>
                      </a:cubicBezTo>
                      <a:cubicBezTo>
                        <a:pt x="133" y="221"/>
                        <a:pt x="178" y="155"/>
                        <a:pt x="253" y="155"/>
                      </a:cubicBezTo>
                      <a:cubicBezTo>
                        <a:pt x="574" y="155"/>
                        <a:pt x="574" y="155"/>
                        <a:pt x="574" y="155"/>
                      </a:cubicBezTo>
                      <a:cubicBezTo>
                        <a:pt x="574" y="0"/>
                        <a:pt x="574" y="0"/>
                        <a:pt x="574" y="0"/>
                      </a:cubicBezTo>
                      <a:cubicBezTo>
                        <a:pt x="224" y="0"/>
                        <a:pt x="224" y="0"/>
                        <a:pt x="224" y="0"/>
                      </a:cubicBezTo>
                      <a:cubicBezTo>
                        <a:pt x="94" y="0"/>
                        <a:pt x="0" y="93"/>
                        <a:pt x="0" y="229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" name="Freeform 30">
                  <a:extLst>
                    <a:ext uri="{FF2B5EF4-FFF2-40B4-BE49-F238E27FC236}">
                      <a16:creationId xmlns:a16="http://schemas.microsoft.com/office/drawing/2014/main" id="{F9CC6ECB-2314-0175-F49C-01409FF87AB3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7387546" y="755049"/>
                  <a:ext cx="245577" cy="276163"/>
                </a:xfrm>
                <a:custGeom>
                  <a:avLst/>
                  <a:gdLst>
                    <a:gd name="T0" fmla="*/ 0 w 554"/>
                    <a:gd name="T1" fmla="*/ 174 h 623"/>
                    <a:gd name="T2" fmla="*/ 377 w 554"/>
                    <a:gd name="T3" fmla="*/ 311 h 623"/>
                    <a:gd name="T4" fmla="*/ 0 w 554"/>
                    <a:gd name="T5" fmla="*/ 450 h 623"/>
                    <a:gd name="T6" fmla="*/ 0 w 554"/>
                    <a:gd name="T7" fmla="*/ 623 h 623"/>
                    <a:gd name="T8" fmla="*/ 554 w 554"/>
                    <a:gd name="T9" fmla="*/ 395 h 623"/>
                    <a:gd name="T10" fmla="*/ 554 w 554"/>
                    <a:gd name="T11" fmla="*/ 228 h 623"/>
                    <a:gd name="T12" fmla="*/ 0 w 554"/>
                    <a:gd name="T13" fmla="*/ 0 h 623"/>
                    <a:gd name="T14" fmla="*/ 0 w 554"/>
                    <a:gd name="T15" fmla="*/ 174 h 6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54" h="623">
                      <a:moveTo>
                        <a:pt x="0" y="174"/>
                      </a:moveTo>
                      <a:lnTo>
                        <a:pt x="377" y="311"/>
                      </a:lnTo>
                      <a:lnTo>
                        <a:pt x="0" y="450"/>
                      </a:lnTo>
                      <a:lnTo>
                        <a:pt x="0" y="623"/>
                      </a:lnTo>
                      <a:lnTo>
                        <a:pt x="554" y="395"/>
                      </a:lnTo>
                      <a:lnTo>
                        <a:pt x="554" y="228"/>
                      </a:lnTo>
                      <a:lnTo>
                        <a:pt x="0" y="0"/>
                      </a:lnTo>
                      <a:lnTo>
                        <a:pt x="0" y="17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" name="Freeform 31">
                  <a:extLst>
                    <a:ext uri="{FF2B5EF4-FFF2-40B4-BE49-F238E27FC236}">
                      <a16:creationId xmlns:a16="http://schemas.microsoft.com/office/drawing/2014/main" id="{3E6BB7A0-2F5A-2198-688F-076357131277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7383556" y="1583096"/>
                  <a:ext cx="253999" cy="256659"/>
                </a:xfrm>
                <a:custGeom>
                  <a:avLst/>
                  <a:gdLst>
                    <a:gd name="T0" fmla="*/ 401 w 584"/>
                    <a:gd name="T1" fmla="*/ 110 h 590"/>
                    <a:gd name="T2" fmla="*/ 460 w 584"/>
                    <a:gd name="T3" fmla="*/ 272 h 590"/>
                    <a:gd name="T4" fmla="*/ 415 w 584"/>
                    <a:gd name="T5" fmla="*/ 397 h 590"/>
                    <a:gd name="T6" fmla="*/ 250 w 584"/>
                    <a:gd name="T7" fmla="*/ 0 h 590"/>
                    <a:gd name="T8" fmla="*/ 92 w 584"/>
                    <a:gd name="T9" fmla="*/ 68 h 590"/>
                    <a:gd name="T10" fmla="*/ 0 w 584"/>
                    <a:gd name="T11" fmla="*/ 291 h 590"/>
                    <a:gd name="T12" fmla="*/ 292 w 584"/>
                    <a:gd name="T13" fmla="*/ 590 h 590"/>
                    <a:gd name="T14" fmla="*/ 584 w 584"/>
                    <a:gd name="T15" fmla="*/ 274 h 590"/>
                    <a:gd name="T16" fmla="*/ 476 w 584"/>
                    <a:gd name="T17" fmla="*/ 12 h 590"/>
                    <a:gd name="T18" fmla="*/ 401 w 584"/>
                    <a:gd name="T19" fmla="*/ 110 h 590"/>
                    <a:gd name="T20" fmla="*/ 179 w 584"/>
                    <a:gd name="T21" fmla="*/ 408 h 590"/>
                    <a:gd name="T22" fmla="*/ 123 w 584"/>
                    <a:gd name="T23" fmla="*/ 288 h 590"/>
                    <a:gd name="T24" fmla="*/ 202 w 584"/>
                    <a:gd name="T25" fmla="*/ 168 h 590"/>
                    <a:gd name="T26" fmla="*/ 315 w 584"/>
                    <a:gd name="T27" fmla="*/ 439 h 590"/>
                    <a:gd name="T28" fmla="*/ 179 w 584"/>
                    <a:gd name="T29" fmla="*/ 408 h 5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84" h="590">
                      <a:moveTo>
                        <a:pt x="401" y="110"/>
                      </a:moveTo>
                      <a:cubicBezTo>
                        <a:pt x="449" y="175"/>
                        <a:pt x="460" y="212"/>
                        <a:pt x="460" y="272"/>
                      </a:cubicBezTo>
                      <a:cubicBezTo>
                        <a:pt x="460" y="325"/>
                        <a:pt x="444" y="367"/>
                        <a:pt x="415" y="397"/>
                      </a:cubicBezTo>
                      <a:cubicBezTo>
                        <a:pt x="250" y="0"/>
                        <a:pt x="250" y="0"/>
                        <a:pt x="250" y="0"/>
                      </a:cubicBezTo>
                      <a:cubicBezTo>
                        <a:pt x="189" y="9"/>
                        <a:pt x="134" y="32"/>
                        <a:pt x="92" y="68"/>
                      </a:cubicBezTo>
                      <a:cubicBezTo>
                        <a:pt x="32" y="120"/>
                        <a:pt x="0" y="197"/>
                        <a:pt x="0" y="291"/>
                      </a:cubicBezTo>
                      <a:cubicBezTo>
                        <a:pt x="0" y="462"/>
                        <a:pt x="126" y="590"/>
                        <a:pt x="292" y="590"/>
                      </a:cubicBezTo>
                      <a:cubicBezTo>
                        <a:pt x="462" y="590"/>
                        <a:pt x="584" y="462"/>
                        <a:pt x="584" y="274"/>
                      </a:cubicBezTo>
                      <a:cubicBezTo>
                        <a:pt x="584" y="169"/>
                        <a:pt x="534" y="62"/>
                        <a:pt x="476" y="12"/>
                      </a:cubicBezTo>
                      <a:lnTo>
                        <a:pt x="401" y="110"/>
                      </a:lnTo>
                      <a:close/>
                      <a:moveTo>
                        <a:pt x="179" y="408"/>
                      </a:moveTo>
                      <a:cubicBezTo>
                        <a:pt x="144" y="381"/>
                        <a:pt x="123" y="339"/>
                        <a:pt x="123" y="288"/>
                      </a:cubicBezTo>
                      <a:cubicBezTo>
                        <a:pt x="123" y="232"/>
                        <a:pt x="155" y="190"/>
                        <a:pt x="202" y="168"/>
                      </a:cubicBezTo>
                      <a:cubicBezTo>
                        <a:pt x="315" y="439"/>
                        <a:pt x="315" y="439"/>
                        <a:pt x="315" y="439"/>
                      </a:cubicBezTo>
                      <a:cubicBezTo>
                        <a:pt x="257" y="447"/>
                        <a:pt x="212" y="432"/>
                        <a:pt x="179" y="4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32">
                  <a:extLst>
                    <a:ext uri="{FF2B5EF4-FFF2-40B4-BE49-F238E27FC236}">
                      <a16:creationId xmlns:a16="http://schemas.microsoft.com/office/drawing/2014/main" id="{56921996-DB92-D0C4-9CC0-CB5B532B56E8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7313961" y="1846404"/>
                  <a:ext cx="319161" cy="221640"/>
                </a:xfrm>
                <a:custGeom>
                  <a:avLst/>
                  <a:gdLst>
                    <a:gd name="T0" fmla="*/ 580 w 720"/>
                    <a:gd name="T1" fmla="*/ 0 h 500"/>
                    <a:gd name="T2" fmla="*/ 580 w 720"/>
                    <a:gd name="T3" fmla="*/ 346 h 500"/>
                    <a:gd name="T4" fmla="*/ 0 w 720"/>
                    <a:gd name="T5" fmla="*/ 346 h 500"/>
                    <a:gd name="T6" fmla="*/ 0 w 720"/>
                    <a:gd name="T7" fmla="*/ 500 h 500"/>
                    <a:gd name="T8" fmla="*/ 720 w 720"/>
                    <a:gd name="T9" fmla="*/ 500 h 500"/>
                    <a:gd name="T10" fmla="*/ 720 w 720"/>
                    <a:gd name="T11" fmla="*/ 0 h 500"/>
                    <a:gd name="T12" fmla="*/ 580 w 720"/>
                    <a:gd name="T13" fmla="*/ 0 h 5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0" h="500">
                      <a:moveTo>
                        <a:pt x="580" y="0"/>
                      </a:moveTo>
                      <a:lnTo>
                        <a:pt x="580" y="346"/>
                      </a:lnTo>
                      <a:lnTo>
                        <a:pt x="0" y="346"/>
                      </a:lnTo>
                      <a:lnTo>
                        <a:pt x="0" y="500"/>
                      </a:lnTo>
                      <a:lnTo>
                        <a:pt x="720" y="500"/>
                      </a:lnTo>
                      <a:lnTo>
                        <a:pt x="720" y="0"/>
                      </a:lnTo>
                      <a:lnTo>
                        <a:pt x="58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Freeform 33">
                  <a:extLst>
                    <a:ext uri="{FF2B5EF4-FFF2-40B4-BE49-F238E27FC236}">
                      <a16:creationId xmlns:a16="http://schemas.microsoft.com/office/drawing/2014/main" id="{9E4AB2CE-08CD-60AD-3CA1-C73983ADED5A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7383556" y="501936"/>
                  <a:ext cx="253999" cy="263752"/>
                </a:xfrm>
                <a:custGeom>
                  <a:avLst/>
                  <a:gdLst>
                    <a:gd name="T0" fmla="*/ 584 w 584"/>
                    <a:gd name="T1" fmla="*/ 304 h 607"/>
                    <a:gd name="T2" fmla="*/ 292 w 584"/>
                    <a:gd name="T3" fmla="*/ 607 h 607"/>
                    <a:gd name="T4" fmla="*/ 0 w 584"/>
                    <a:gd name="T5" fmla="*/ 302 h 607"/>
                    <a:gd name="T6" fmla="*/ 292 w 584"/>
                    <a:gd name="T7" fmla="*/ 0 h 607"/>
                    <a:gd name="T8" fmla="*/ 584 w 584"/>
                    <a:gd name="T9" fmla="*/ 304 h 607"/>
                    <a:gd name="T10" fmla="*/ 133 w 584"/>
                    <a:gd name="T11" fmla="*/ 304 h 607"/>
                    <a:gd name="T12" fmla="*/ 292 w 584"/>
                    <a:gd name="T13" fmla="*/ 454 h 607"/>
                    <a:gd name="T14" fmla="*/ 451 w 584"/>
                    <a:gd name="T15" fmla="*/ 302 h 607"/>
                    <a:gd name="T16" fmla="*/ 292 w 584"/>
                    <a:gd name="T17" fmla="*/ 153 h 607"/>
                    <a:gd name="T18" fmla="*/ 133 w 584"/>
                    <a:gd name="T19" fmla="*/ 304 h 6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84" h="607">
                      <a:moveTo>
                        <a:pt x="584" y="304"/>
                      </a:moveTo>
                      <a:cubicBezTo>
                        <a:pt x="584" y="474"/>
                        <a:pt x="457" y="607"/>
                        <a:pt x="292" y="607"/>
                      </a:cubicBezTo>
                      <a:cubicBezTo>
                        <a:pt x="128" y="607"/>
                        <a:pt x="0" y="473"/>
                        <a:pt x="0" y="302"/>
                      </a:cubicBezTo>
                      <a:cubicBezTo>
                        <a:pt x="0" y="133"/>
                        <a:pt x="126" y="0"/>
                        <a:pt x="292" y="0"/>
                      </a:cubicBezTo>
                      <a:cubicBezTo>
                        <a:pt x="455" y="0"/>
                        <a:pt x="584" y="133"/>
                        <a:pt x="584" y="304"/>
                      </a:cubicBezTo>
                      <a:moveTo>
                        <a:pt x="133" y="304"/>
                      </a:moveTo>
                      <a:cubicBezTo>
                        <a:pt x="133" y="391"/>
                        <a:pt x="198" y="454"/>
                        <a:pt x="292" y="454"/>
                      </a:cubicBezTo>
                      <a:cubicBezTo>
                        <a:pt x="381" y="454"/>
                        <a:pt x="451" y="387"/>
                        <a:pt x="451" y="302"/>
                      </a:cubicBezTo>
                      <a:cubicBezTo>
                        <a:pt x="451" y="216"/>
                        <a:pt x="383" y="153"/>
                        <a:pt x="292" y="153"/>
                      </a:cubicBezTo>
                      <a:cubicBezTo>
                        <a:pt x="203" y="153"/>
                        <a:pt x="133" y="219"/>
                        <a:pt x="133" y="304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" name="Freeform 34">
                  <a:extLst>
                    <a:ext uri="{FF2B5EF4-FFF2-40B4-BE49-F238E27FC236}">
                      <a16:creationId xmlns:a16="http://schemas.microsoft.com/office/drawing/2014/main" id="{D78B809F-3CCF-42C5-952A-91DCA6CCCD3A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7383556" y="1021017"/>
                  <a:ext cx="253999" cy="263752"/>
                </a:xfrm>
                <a:custGeom>
                  <a:avLst/>
                  <a:gdLst>
                    <a:gd name="T0" fmla="*/ 584 w 584"/>
                    <a:gd name="T1" fmla="*/ 305 h 607"/>
                    <a:gd name="T2" fmla="*/ 292 w 584"/>
                    <a:gd name="T3" fmla="*/ 607 h 607"/>
                    <a:gd name="T4" fmla="*/ 0 w 584"/>
                    <a:gd name="T5" fmla="*/ 303 h 607"/>
                    <a:gd name="T6" fmla="*/ 292 w 584"/>
                    <a:gd name="T7" fmla="*/ 0 h 607"/>
                    <a:gd name="T8" fmla="*/ 584 w 584"/>
                    <a:gd name="T9" fmla="*/ 305 h 607"/>
                    <a:gd name="T10" fmla="*/ 133 w 584"/>
                    <a:gd name="T11" fmla="*/ 305 h 607"/>
                    <a:gd name="T12" fmla="*/ 292 w 584"/>
                    <a:gd name="T13" fmla="*/ 454 h 607"/>
                    <a:gd name="T14" fmla="*/ 451 w 584"/>
                    <a:gd name="T15" fmla="*/ 303 h 607"/>
                    <a:gd name="T16" fmla="*/ 292 w 584"/>
                    <a:gd name="T17" fmla="*/ 153 h 607"/>
                    <a:gd name="T18" fmla="*/ 133 w 584"/>
                    <a:gd name="T19" fmla="*/ 305 h 6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84" h="607">
                      <a:moveTo>
                        <a:pt x="584" y="305"/>
                      </a:moveTo>
                      <a:cubicBezTo>
                        <a:pt x="584" y="474"/>
                        <a:pt x="457" y="607"/>
                        <a:pt x="292" y="607"/>
                      </a:cubicBezTo>
                      <a:cubicBezTo>
                        <a:pt x="128" y="607"/>
                        <a:pt x="0" y="474"/>
                        <a:pt x="0" y="303"/>
                      </a:cubicBezTo>
                      <a:cubicBezTo>
                        <a:pt x="0" y="133"/>
                        <a:pt x="126" y="0"/>
                        <a:pt x="292" y="0"/>
                      </a:cubicBezTo>
                      <a:cubicBezTo>
                        <a:pt x="455" y="0"/>
                        <a:pt x="584" y="134"/>
                        <a:pt x="584" y="305"/>
                      </a:cubicBezTo>
                      <a:moveTo>
                        <a:pt x="133" y="305"/>
                      </a:moveTo>
                      <a:cubicBezTo>
                        <a:pt x="133" y="391"/>
                        <a:pt x="198" y="454"/>
                        <a:pt x="292" y="454"/>
                      </a:cubicBezTo>
                      <a:cubicBezTo>
                        <a:pt x="381" y="454"/>
                        <a:pt x="451" y="388"/>
                        <a:pt x="451" y="303"/>
                      </a:cubicBezTo>
                      <a:cubicBezTo>
                        <a:pt x="451" y="216"/>
                        <a:pt x="383" y="153"/>
                        <a:pt x="292" y="153"/>
                      </a:cubicBezTo>
                      <a:cubicBezTo>
                        <a:pt x="203" y="153"/>
                        <a:pt x="133" y="220"/>
                        <a:pt x="133" y="30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7558412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2.xml><?xml version="1.0" encoding="utf-8"?>
<a:theme xmlns:a="http://schemas.openxmlformats.org/drawingml/2006/main" name="1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3.xml><?xml version="1.0" encoding="utf-8"?>
<a:theme xmlns:a="http://schemas.openxmlformats.org/drawingml/2006/main" name="2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4.xml><?xml version="1.0" encoding="utf-8"?>
<a:theme xmlns:a="http://schemas.openxmlformats.org/drawingml/2006/main" name="3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5.xml><?xml version="1.0" encoding="utf-8"?>
<a:theme xmlns:a="http://schemas.openxmlformats.org/drawingml/2006/main" name="4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6.xml><?xml version="1.0" encoding="utf-8"?>
<a:theme xmlns:a="http://schemas.openxmlformats.org/drawingml/2006/main" name="5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7.xml><?xml version="1.0" encoding="utf-8"?>
<a:theme xmlns:a="http://schemas.openxmlformats.org/drawingml/2006/main" name="6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8.xml><?xml version="1.0" encoding="utf-8"?>
<a:theme xmlns:a="http://schemas.openxmlformats.org/drawingml/2006/main" name="7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249</Words>
  <Application>Microsoft Office PowerPoint</Application>
  <PresentationFormat>宽屏</PresentationFormat>
  <Paragraphs>33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微软雅黑</vt:lpstr>
      <vt:lpstr>Arial</vt:lpstr>
      <vt:lpstr>Lenovo Master</vt:lpstr>
      <vt:lpstr>1_Lenovo Master</vt:lpstr>
      <vt:lpstr>2_Lenovo Master</vt:lpstr>
      <vt:lpstr>3_Lenovo Master</vt:lpstr>
      <vt:lpstr>4_Lenovo Master</vt:lpstr>
      <vt:lpstr>5_Lenovo Master</vt:lpstr>
      <vt:lpstr>6_Lenovo Master</vt:lpstr>
      <vt:lpstr>7_Lenovo Master</vt:lpstr>
      <vt:lpstr>Microsoft Releases Visual Studio 2022 v17.14 Preview 2</vt:lpstr>
      <vt:lpstr>Topic Agenda</vt:lpstr>
      <vt:lpstr>Introduction to Visual Studio 2022</vt:lpstr>
      <vt:lpstr>Key Features of v17.14 Preview 2</vt:lpstr>
      <vt:lpstr>Enhanced Developer Productivity</vt:lpstr>
      <vt:lpstr>Improved Performance and Stability</vt:lpstr>
      <vt:lpstr>Community Feedback and Future Updates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Deecy CX30 Li</dc:creator>
  <cp:lastModifiedBy>Deecy CX30 Li</cp:lastModifiedBy>
  <cp:revision>15</cp:revision>
  <dcterms:created xsi:type="dcterms:W3CDTF">2025-03-14T01:17:45Z</dcterms:created>
  <dcterms:modified xsi:type="dcterms:W3CDTF">2025-05-17T02:27:56Z</dcterms:modified>
</cp:coreProperties>
</file>