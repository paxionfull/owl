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2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3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theme/theme4.xml" ContentType="application/vnd.openxmlformats-officedocument.theme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theme/theme5.xml" ContentType="application/vnd.openxmlformats-officedocument.theme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theme/theme6.xml" ContentType="application/vnd.openxmlformats-officedocument.theme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theme/theme7.xml" ContentType="application/vnd.openxmlformats-officedocument.theme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theme/theme8.xml" ContentType="application/vnd.openxmlformats-officedocument.theme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theme/theme9.xml" ContentType="application/vnd.openxmlformats-officedocument.theme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theme/theme10.xml" ContentType="application/vnd.openxmlformats-officedocument.theme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0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92" r:id="rId2"/>
    <p:sldMasterId id="2147483722" r:id="rId3"/>
    <p:sldMasterId id="2147483752" r:id="rId4"/>
    <p:sldMasterId id="2147483782" r:id="rId5"/>
    <p:sldMasterId id="2147483812" r:id="rId6"/>
    <p:sldMasterId id="2147483842" r:id="rId7"/>
    <p:sldMasterId id="2147483872" r:id="rId8"/>
    <p:sldMasterId id="2147483902" r:id="rId9"/>
    <p:sldMasterId id="2147483932" r:id="rId10"/>
    <p:sldMasterId id="2147483962" r:id="rId11"/>
  </p:sldMasterIdLst>
  <p:notesMasterIdLst>
    <p:notesMasterId r:id="rId23"/>
  </p:notesMasterIdLst>
  <p:sldIdLst>
    <p:sldId id="2147472160" r:id="rId12"/>
    <p:sldId id="2147472129" r:id="rId13"/>
    <p:sldId id="2147472128" r:id="rId14"/>
    <p:sldId id="2147480419" r:id="rId15"/>
    <p:sldId id="2147480418" r:id="rId16"/>
    <p:sldId id="2147480420" r:id="rId17"/>
    <p:sldId id="2147480417" r:id="rId18"/>
    <p:sldId id="2147480421" r:id="rId19"/>
    <p:sldId id="2147480422" r:id="rId20"/>
    <p:sldId id="2147480423" r:id="rId21"/>
    <p:sldId id="2147480424" r:id="rId22"/>
  </p:sldIdLst>
  <p:sldSz cx="12192000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未知用户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596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0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commentAuthors" Target="commentAuthor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7CD4C6-BE0A-4C13-B20E-5EB130EB2E4D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A689D8-E1AA-4248-9C12-72F4944EC8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5318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87EB-65D7-4500-873C-410831173A82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1897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87EB-65D7-4500-873C-410831173A82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189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27660"/>
            <a:ext cx="9914678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200" b="1" kern="1200" cap="none" spc="-15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幻灯片</a:t>
            </a:r>
            <a:br>
              <a:rPr lang="zh-CN" altLang="en-US" dirty="0"/>
            </a:br>
            <a:r>
              <a:rPr lang="zh-CN" altLang="en-US" dirty="0"/>
              <a:t>演示标题</a:t>
            </a:r>
            <a:br>
              <a:rPr lang="zh-CN" altLang="en-US" dirty="0"/>
            </a:br>
            <a:r>
              <a:rPr lang="zh-CN" altLang="en-US" dirty="0"/>
              <a:t>区域</a:t>
            </a:r>
            <a:endParaRPr lang="en-US" dirty="0"/>
          </a:p>
        </p:txBody>
      </p:sp>
      <p:sp>
        <p:nvSpPr>
          <p:cNvPr id="5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ts val="27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主讲人姓名 </a:t>
            </a:r>
            <a:r>
              <a:rPr lang="en-US" altLang="zh-CN" dirty="0"/>
              <a:t>| </a:t>
            </a:r>
            <a:r>
              <a:rPr lang="zh-CN" altLang="en-US" dirty="0"/>
              <a:t>日期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0529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6BD304-FAC7-4023-9B54-8984F7387559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10152631" y="2542790"/>
            <a:ext cx="3058160" cy="1020580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BBDE3D-E4E2-42E5-9F26-00C1500EFD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27C222CE-31C9-4AE2-A9DE-A34ECC37F0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710DBB3B-7FB8-4ACB-8FA4-3F2A105B9B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3E443DA7-CC51-4460-98C4-193A73750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E1BCDB13-2B5A-46EC-B1D6-C526DEAA84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EDDE8EA-BE8E-4066-AB4A-21CD274354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F442D16-F34F-4D4E-A65A-8C3BC17F2F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50529" y="762000"/>
            <a:ext cx="3942091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rgbClr val="4D144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922524482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24000"/>
            <a:ext cx="9914678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2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幻灯片</a:t>
            </a:r>
            <a:br>
              <a:rPr lang="zh-CN" altLang="en-US" dirty="0"/>
            </a:br>
            <a:r>
              <a:rPr lang="zh-CN" altLang="en-US" dirty="0"/>
              <a:t>演示标题</a:t>
            </a:r>
            <a:br>
              <a:rPr lang="zh-CN" altLang="en-US" dirty="0"/>
            </a:br>
            <a:r>
              <a:rPr lang="zh-CN" altLang="en-US" dirty="0"/>
              <a:t>区域</a:t>
            </a:r>
            <a:endParaRPr lang="en-US" dirty="0"/>
          </a:p>
        </p:txBody>
      </p:sp>
      <p:sp>
        <p:nvSpPr>
          <p:cNvPr id="5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ts val="27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主讲人姓名 </a:t>
            </a:r>
            <a:r>
              <a:rPr lang="en-US" altLang="zh-CN" dirty="0"/>
              <a:t>| </a:t>
            </a:r>
            <a:r>
              <a:rPr lang="zh-CN" altLang="en-US" dirty="0"/>
              <a:t>日期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10152631" y="2542790"/>
            <a:ext cx="3058160" cy="1020580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158C3A6B-F5BB-E37E-DB3D-C1ABEA07F2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1" name="Freeform 8">
              <a:extLst>
                <a:ext uri="{FF2B5EF4-FFF2-40B4-BE49-F238E27FC236}">
                  <a16:creationId xmlns:a16="http://schemas.microsoft.com/office/drawing/2014/main" id="{A56AE87F-217D-4207-F227-987A2E7FEB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D65BCC2D-74A9-8E37-6BBC-33B74966DA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BA8558ED-E4BF-D888-EF3B-A311AFE8C4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AFF1776F-9DBA-D51E-8F71-E1FB30D767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820D6E3B-9704-EBDF-9D0D-A571A36CB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50529" y="762000"/>
            <a:ext cx="3942091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375F64-E651-1A0A-ABF1-9C38BA663F9F}"/>
              </a:ext>
            </a:extLst>
          </p:cNvPr>
          <p:cNvSpPr txBox="1"/>
          <p:nvPr/>
        </p:nvSpPr>
        <p:spPr>
          <a:xfrm>
            <a:off x="750529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sp>
        <p:nvSpPr>
          <p:cNvPr id="2" name="Title 16">
            <a:extLst>
              <a:ext uri="{FF2B5EF4-FFF2-40B4-BE49-F238E27FC236}">
                <a16:creationId xmlns:a16="http://schemas.microsoft.com/office/drawing/2014/main" id="{20328AC7-B3B2-6BB4-534D-6B6655BD4E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50529" y="1524000"/>
            <a:ext cx="9914678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2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幻灯片</a:t>
            </a:r>
            <a:br>
              <a:rPr lang="zh-CN" altLang="en-US" dirty="0"/>
            </a:br>
            <a:r>
              <a:rPr lang="zh-CN" altLang="en-US" dirty="0"/>
              <a:t>演示标题</a:t>
            </a:r>
            <a:br>
              <a:rPr lang="zh-CN" altLang="en-US" dirty="0"/>
            </a:br>
            <a:r>
              <a:rPr lang="zh-CN" altLang="en-US" dirty="0"/>
              <a:t>区域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0D2046-3D79-7CF1-9CF0-AD1088F8305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ts val="27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主讲人姓名 </a:t>
            </a:r>
            <a:r>
              <a:rPr lang="en-US" altLang="zh-CN" dirty="0"/>
              <a:t>| </a:t>
            </a:r>
            <a:r>
              <a:rPr lang="zh-CN" altLang="en-US" dirty="0"/>
              <a:t>日期</a:t>
            </a:r>
          </a:p>
        </p:txBody>
      </p:sp>
      <p:grpSp>
        <p:nvGrpSpPr>
          <p:cNvPr id="4" name="Group 67">
            <a:extLst>
              <a:ext uri="{FF2B5EF4-FFF2-40B4-BE49-F238E27FC236}">
                <a16:creationId xmlns:a16="http://schemas.microsoft.com/office/drawing/2014/main" id="{A9D66DC6-4E3F-FA06-DBF6-55115D8B8294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52631" y="2542790"/>
            <a:ext cx="3058160" cy="1020580"/>
            <a:chOff x="547688" y="952500"/>
            <a:chExt cx="12190413" cy="4067175"/>
          </a:xfrm>
        </p:grpSpPr>
        <p:sp>
          <p:nvSpPr>
            <p:cNvPr id="5" name="Rectangle 68">
              <a:extLst>
                <a:ext uri="{FF2B5EF4-FFF2-40B4-BE49-F238E27FC236}">
                  <a16:creationId xmlns:a16="http://schemas.microsoft.com/office/drawing/2014/main" id="{CC749BDF-8D9A-8084-5A1E-2C67E7A90D5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E9B14679-E5F3-C704-BE6E-4F54CB7267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" name="Freeform 8">
              <a:extLst>
                <a:ext uri="{FF2B5EF4-FFF2-40B4-BE49-F238E27FC236}">
                  <a16:creationId xmlns:a16="http://schemas.microsoft.com/office/drawing/2014/main" id="{CF412F87-AB93-A652-0880-F675F6BF9FE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8" name="Freeform 9">
              <a:extLst>
                <a:ext uri="{FF2B5EF4-FFF2-40B4-BE49-F238E27FC236}">
                  <a16:creationId xmlns:a16="http://schemas.microsoft.com/office/drawing/2014/main" id="{7544FF34-D522-B8A4-523E-0D3B5729917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4DE1D5A0-D60E-126D-2D49-BAC0226E77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AAEE9217-44FE-11FE-C766-1290A19D4A4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4D185F6C-89C8-2985-6ED3-DEEFBA959DE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12" name="Freeform 5">
            <a:extLst>
              <a:ext uri="{FF2B5EF4-FFF2-40B4-BE49-F238E27FC236}">
                <a16:creationId xmlns:a16="http://schemas.microsoft.com/office/drawing/2014/main" id="{49372B55-F118-6282-9802-114EE8C779BC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529" y="762000"/>
            <a:ext cx="3942091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13" name="TextBox 81">
            <a:extLst>
              <a:ext uri="{FF2B5EF4-FFF2-40B4-BE49-F238E27FC236}">
                <a16:creationId xmlns:a16="http://schemas.microsoft.com/office/drawing/2014/main" id="{AABBC9B9-DEB3-0EB9-7B79-D6D711737343}"/>
              </a:ext>
            </a:extLst>
          </p:cNvPr>
          <p:cNvSpPr txBox="1"/>
          <p:nvPr userDrawn="1"/>
        </p:nvSpPr>
        <p:spPr>
          <a:xfrm>
            <a:off x="750529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867273191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89C3EB64-A851-71DD-8882-1FDB7C2E99CB}"/>
              </a:ext>
            </a:extLst>
          </p:cNvPr>
          <p:cNvSpPr txBox="1"/>
          <p:nvPr/>
        </p:nvSpPr>
        <p:spPr>
          <a:xfrm>
            <a:off x="1603772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4C2BE-620B-6B7D-1426-F9CB0B9DB688}"/>
              </a:ext>
            </a:extLst>
          </p:cNvPr>
          <p:cNvGrpSpPr>
            <a:grpSpLocks noChangeAspect="1"/>
          </p:cNvGrpSpPr>
          <p:nvPr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002FA1-87AB-10E7-DF14-BCD2904245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FC16D85-BEED-1820-DFF9-5D8B0AACAC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1F2566FE-64C0-16F6-945D-2961668799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D3B60C47-FE53-B519-B5B0-91907EAADB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51BD7309-4598-0B4D-F955-25A4778655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3AB317A1-606F-084E-CD32-A64A53D259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3ECEF077-D5E5-A906-C26A-748935BA5E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8" y="1549492"/>
            <a:ext cx="6265272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ts val="5700"/>
              </a:lnSpc>
              <a:spcBef>
                <a:spcPct val="0"/>
              </a:spcBef>
              <a:buNone/>
              <a:defRPr lang="en-US" sz="5400" b="1" kern="1200" cap="none" spc="-15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章节标题区域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528" y="4328650"/>
            <a:ext cx="6265272" cy="34624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ts val="2700"/>
              </a:lnSpc>
              <a:spcBef>
                <a:spcPts val="0"/>
              </a:spcBef>
              <a:buNone/>
              <a:defRPr sz="24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副标题区域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2F89-ADF9-0A52-8877-914CA372E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26218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C50D814F-EE5B-C084-7424-D39C0DE54FF7}"/>
              </a:ext>
            </a:extLst>
          </p:cNvPr>
          <p:cNvSpPr txBox="1"/>
          <p:nvPr/>
        </p:nvSpPr>
        <p:spPr>
          <a:xfrm>
            <a:off x="1603772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498D60-2F6C-6ADE-BB9A-D957660E0731}"/>
              </a:ext>
            </a:extLst>
          </p:cNvPr>
          <p:cNvGrpSpPr>
            <a:grpSpLocks noChangeAspect="1"/>
          </p:cNvGrpSpPr>
          <p:nvPr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414641-DA5A-BDF2-889C-1430A63E35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6CAA72E6-FAE3-6740-34C0-7A08091254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0EE70422-5E10-8634-79CC-15428116CD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F9B9866C-878A-3BAE-D601-6317EEEB78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20DD7C9B-A88C-7ECB-27AE-CB4579CDB9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084B2859-A58F-9171-5328-94CFD162F5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DC1829C2-6CD9-FE35-3F45-EEC10E2F16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49492"/>
            <a:ext cx="6265272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ts val="5700"/>
              </a:lnSpc>
              <a:spcBef>
                <a:spcPct val="0"/>
              </a:spcBef>
              <a:buNone/>
              <a:defRPr lang="en-US" sz="54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章节标题区域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529" y="4328650"/>
            <a:ext cx="6265272" cy="346249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lnSpc>
                <a:spcPts val="2700"/>
              </a:lnSpc>
              <a:spcBef>
                <a:spcPts val="0"/>
              </a:spcBef>
              <a:buNone/>
              <a:defRPr sz="2400" spc="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副标题区域 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1CC465-FDF1-C0A2-5A83-FB03B2F0F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0750970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A0C0A2-1C95-CF60-15E7-57B445A899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8298127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45D89D-54AB-A7D6-4141-95E6B3C369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719972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Sub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5B6443-4299-282C-565B-68E5F97027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2346358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Sub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altLang="zh-CN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296FD5-38BC-1E97-5513-17F333DF59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467836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8880"/>
            <a:ext cx="1067382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C5559F-D4D6-DA53-A720-07C2A2D68F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1930137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2" y="1308880"/>
            <a:ext cx="1067077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190EFC-69A6-D92C-008E-75B891AE7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9104759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Subtitl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749388"/>
            <a:ext cx="1067382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altLang="zh-CN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7BD319-CE6A-C56C-FAF4-F7D3C4B20C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283292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Subtitle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749389"/>
            <a:ext cx="1067382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altLang="zh-CN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F390D5-FAC3-3E07-D977-2FACDFA7E8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4882492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307593"/>
            <a:ext cx="5070324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4" hasCustomPrompt="1"/>
          </p:nvPr>
        </p:nvSpPr>
        <p:spPr bwMode="gray">
          <a:xfrm>
            <a:off x="6340962" y="1307593"/>
            <a:ext cx="506709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FE5186-E704-46DB-A234-0339427F82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8257445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307594"/>
            <a:ext cx="5070324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4" hasCustomPrompt="1"/>
          </p:nvPr>
        </p:nvSpPr>
        <p:spPr bwMode="gray">
          <a:xfrm>
            <a:off x="6340962" y="1307594"/>
            <a:ext cx="506709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D52F52-4191-E70A-A15D-3F4D0CF0AA2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946077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4378398" y="1307594"/>
            <a:ext cx="3344059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8017903" y="1307594"/>
            <a:ext cx="341653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61C74C-45BE-3DE8-0DFD-4B97D814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28615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ree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4378399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8017903" y="1307594"/>
            <a:ext cx="341653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92B045-EC23-B30D-E716-8FEBB279E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4752434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5725006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3"/>
            <a:ext cx="572500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8199" y="0"/>
            <a:ext cx="53338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F3C117-A202-AC1A-30DA-A95049B267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3019608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/Imag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5725006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3"/>
            <a:ext cx="5725006" cy="491958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8199" y="0"/>
            <a:ext cx="53338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E7426-E0FB-DA60-E1E0-A41FD9009F5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7172253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+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" y="0"/>
            <a:ext cx="4062849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C9E4313D-4BB5-4FBE-BED7-2E337B7C6B9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672569" y="6400800"/>
            <a:ext cx="439026" cy="155448"/>
          </a:xfrm>
        </p:spPr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1CFF5BD6-17CC-00C1-ADCF-B04D6703F62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71604" y="0"/>
            <a:ext cx="7620396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1A0E3B-4CFE-F883-3C78-D9A6BE41AE0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0610" y="995010"/>
            <a:ext cx="3428016" cy="1436465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3800" b="1" strike="noStrike" spc="-15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zh-CN" altLang="en-US" dirty="0"/>
              <a:t>单击文本框</a:t>
            </a:r>
            <a:endParaRPr lang="en-US" altLang="zh-CN" dirty="0"/>
          </a:p>
          <a:p>
            <a:pPr lvl="0"/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5F96A18-152F-7D42-F172-C8D7F6B28F2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2815936"/>
            <a:ext cx="3428016" cy="3280064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864220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hoto + Statement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" y="0"/>
            <a:ext cx="4062849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571604" y="0"/>
            <a:ext cx="7620396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182470-3621-1323-235D-7DBA176E68E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C11FB6FD-7B80-D920-2B92-D358B18446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0610" y="995010"/>
            <a:ext cx="3428016" cy="1436465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3800" b="1" strike="noStrike" spc="-15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zh-CN" altLang="en-US" dirty="0"/>
              <a:t>单击文本框</a:t>
            </a:r>
            <a:endParaRPr lang="en-US" altLang="zh-CN" dirty="0"/>
          </a:p>
          <a:p>
            <a:pPr lvl="0"/>
            <a:r>
              <a:rPr lang="zh-CN" altLang="en-US" dirty="0"/>
              <a:t>添加标题</a:t>
            </a:r>
            <a:endParaRPr lang="en-US" altLang="zh-CN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F150789-C64C-B456-4B9A-24AED7315FB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2815936"/>
            <a:ext cx="3428016" cy="3280064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140639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611" y="1863188"/>
            <a:ext cx="10670779" cy="3131627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ts val="7900"/>
              </a:lnSpc>
              <a:spcBef>
                <a:spcPts val="0"/>
              </a:spcBef>
              <a:buNone/>
              <a:defRPr sz="7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494" indent="0">
              <a:buNone/>
              <a:defRPr/>
            </a:lvl2pPr>
          </a:lstStyle>
          <a:p>
            <a:pPr lvl="0"/>
            <a:r>
              <a:rPr lang="zh-CN" altLang="en-US" dirty="0"/>
              <a:t>点击此处添加</a:t>
            </a:r>
            <a:endParaRPr lang="en-US" altLang="zh-CN" dirty="0"/>
          </a:p>
          <a:p>
            <a:pPr lvl="0"/>
            <a:r>
              <a:rPr lang="zh-CN" altLang="en-US" dirty="0"/>
              <a:t>重要的想法、声明</a:t>
            </a:r>
            <a:endParaRPr lang="en-US" altLang="zh-CN" dirty="0"/>
          </a:p>
          <a:p>
            <a:pPr lvl="0"/>
            <a:r>
              <a:rPr lang="zh-CN" altLang="en-US" dirty="0"/>
              <a:t>或主题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93050580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/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5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 hasCustomPrompt="1"/>
          </p:nvPr>
        </p:nvSpPr>
        <p:spPr bwMode="gray">
          <a:xfrm>
            <a:off x="6858198" y="1307593"/>
            <a:ext cx="4573192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8198" y="442528"/>
            <a:ext cx="4573192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FBC96C-E04F-90E6-1BBE-C65ECD6E5C1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6274081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/ Produc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5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 hasCustomPrompt="1"/>
          </p:nvPr>
        </p:nvSpPr>
        <p:spPr bwMode="gray">
          <a:xfrm>
            <a:off x="6858200" y="1307592"/>
            <a:ext cx="4573191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8199" y="442529"/>
            <a:ext cx="4573192" cy="42319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A84DA8-2577-7EF4-6122-06E4DEEB80A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1710557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9"/>
            <a:ext cx="10673829" cy="42319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612" y="1524000"/>
            <a:ext cx="10670779" cy="4572000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000" baseline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点击此图标创建图标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E9C038-E754-006F-B382-D714EB9495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368721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rt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612" y="1524000"/>
            <a:ext cx="10670779" cy="4572001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0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点击此图标创建图标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222CEF-FCD3-E840-7AE1-E900A5D59C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9508945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2E9409-35B8-57EB-2941-154C5CA02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7207036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94B782-D6B1-E164-080E-40821B7DAF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062829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165">
            <a:extLst>
              <a:ext uri="{FF2B5EF4-FFF2-40B4-BE49-F238E27FC236}">
                <a16:creationId xmlns:a16="http://schemas.microsoft.com/office/drawing/2014/main" id="{45DF6D6F-9C39-7C31-64D4-4BCE9C9CA5D6}"/>
              </a:ext>
            </a:extLst>
          </p:cNvPr>
          <p:cNvGrpSpPr/>
          <p:nvPr/>
        </p:nvGrpSpPr>
        <p:grpSpPr>
          <a:xfrm>
            <a:off x="1539348" y="3561908"/>
            <a:ext cx="7853422" cy="1769127"/>
            <a:chOff x="541049" y="2649538"/>
            <a:chExt cx="9285724" cy="2092325"/>
          </a:xfrm>
          <a:solidFill>
            <a:srgbClr val="4D144A"/>
          </a:solidFill>
        </p:grpSpPr>
        <p:sp>
          <p:nvSpPr>
            <p:cNvPr id="167" name="Freeform 5">
              <a:extLst>
                <a:ext uri="{FF2B5EF4-FFF2-40B4-BE49-F238E27FC236}">
                  <a16:creationId xmlns:a16="http://schemas.microsoft.com/office/drawing/2014/main" id="{E109AFA1-C190-E6CF-D819-5DDBF44B5E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68" name="Freeform 6">
              <a:extLst>
                <a:ext uri="{FF2B5EF4-FFF2-40B4-BE49-F238E27FC236}">
                  <a16:creationId xmlns:a16="http://schemas.microsoft.com/office/drawing/2014/main" id="{1969BD4D-0C40-739F-FF6B-4214C2BEBC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69" name="Freeform 7">
              <a:extLst>
                <a:ext uri="{FF2B5EF4-FFF2-40B4-BE49-F238E27FC236}">
                  <a16:creationId xmlns:a16="http://schemas.microsoft.com/office/drawing/2014/main" id="{6DB7C37A-1FE6-9BFA-5E83-3EC0F79497F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70" name="Freeform 8">
              <a:extLst>
                <a:ext uri="{FF2B5EF4-FFF2-40B4-BE49-F238E27FC236}">
                  <a16:creationId xmlns:a16="http://schemas.microsoft.com/office/drawing/2014/main" id="{3AEA624F-19C6-31CA-5CD9-7E42ED68DA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71" name="Freeform 9">
              <a:extLst>
                <a:ext uri="{FF2B5EF4-FFF2-40B4-BE49-F238E27FC236}">
                  <a16:creationId xmlns:a16="http://schemas.microsoft.com/office/drawing/2014/main" id="{ED142D15-3F97-1719-8D74-37D26D1CAA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72" name="Freeform 10">
              <a:extLst>
                <a:ext uri="{FF2B5EF4-FFF2-40B4-BE49-F238E27FC236}">
                  <a16:creationId xmlns:a16="http://schemas.microsoft.com/office/drawing/2014/main" id="{6FEBB0B2-4586-05AB-B4FE-055E54F117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73" name="Oval 11">
              <a:extLst>
                <a:ext uri="{FF2B5EF4-FFF2-40B4-BE49-F238E27FC236}">
                  <a16:creationId xmlns:a16="http://schemas.microsoft.com/office/drawing/2014/main" id="{70877F96-1F23-E1FC-71E9-01EE358F60F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B2584B0-B37E-E020-07A7-BAB961C43514}"/>
              </a:ext>
            </a:extLst>
          </p:cNvPr>
          <p:cNvGrpSpPr/>
          <p:nvPr/>
        </p:nvGrpSpPr>
        <p:grpSpPr>
          <a:xfrm>
            <a:off x="9392771" y="767096"/>
            <a:ext cx="2800816" cy="1898696"/>
            <a:chOff x="9390324" y="767096"/>
            <a:chExt cx="2800087" cy="1898696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9DB8BCA-C082-90D7-926B-C6CF4AF09E1C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accent1"/>
            </a:solidFill>
          </p:grpSpPr>
          <p:sp>
            <p:nvSpPr>
              <p:cNvPr id="46" name="Freeform 5">
                <a:extLst>
                  <a:ext uri="{FF2B5EF4-FFF2-40B4-BE49-F238E27FC236}">
                    <a16:creationId xmlns:a16="http://schemas.microsoft.com/office/drawing/2014/main" id="{752B143C-EA30-88CF-4159-D3220D52439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47" name="Freeform 6">
                <a:extLst>
                  <a:ext uri="{FF2B5EF4-FFF2-40B4-BE49-F238E27FC236}">
                    <a16:creationId xmlns:a16="http://schemas.microsoft.com/office/drawing/2014/main" id="{2BD38F57-84A8-6CE5-5871-808CD68267FD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48" name="Freeform 7">
                <a:extLst>
                  <a:ext uri="{FF2B5EF4-FFF2-40B4-BE49-F238E27FC236}">
                    <a16:creationId xmlns:a16="http://schemas.microsoft.com/office/drawing/2014/main" id="{AA0572EA-FFDA-D8B6-A96C-DF4D0432044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49" name="Freeform 8">
                <a:extLst>
                  <a:ext uri="{FF2B5EF4-FFF2-40B4-BE49-F238E27FC236}">
                    <a16:creationId xmlns:a16="http://schemas.microsoft.com/office/drawing/2014/main" id="{9BA36A6F-FB71-28DB-07CD-B21FF32CAA7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50" name="Freeform 9">
                <a:extLst>
                  <a:ext uri="{FF2B5EF4-FFF2-40B4-BE49-F238E27FC236}">
                    <a16:creationId xmlns:a16="http://schemas.microsoft.com/office/drawing/2014/main" id="{44D95805-4759-1419-A377-A8CF32C8756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51" name="Freeform 10">
                <a:extLst>
                  <a:ext uri="{FF2B5EF4-FFF2-40B4-BE49-F238E27FC236}">
                    <a16:creationId xmlns:a16="http://schemas.microsoft.com/office/drawing/2014/main" id="{2EDA3D6C-6EEF-5BB3-A5FE-991573A77F6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52" name="Freeform 11">
                <a:extLst>
                  <a:ext uri="{FF2B5EF4-FFF2-40B4-BE49-F238E27FC236}">
                    <a16:creationId xmlns:a16="http://schemas.microsoft.com/office/drawing/2014/main" id="{6D486C55-E23B-1872-D405-5DC8D2CA45F3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53" name="Freeform 12">
                <a:extLst>
                  <a:ext uri="{FF2B5EF4-FFF2-40B4-BE49-F238E27FC236}">
                    <a16:creationId xmlns:a16="http://schemas.microsoft.com/office/drawing/2014/main" id="{B6A43306-05AB-DDD0-5F08-A0BE5CD4518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54" name="Freeform 13">
                <a:extLst>
                  <a:ext uri="{FF2B5EF4-FFF2-40B4-BE49-F238E27FC236}">
                    <a16:creationId xmlns:a16="http://schemas.microsoft.com/office/drawing/2014/main" id="{D49034F6-E32B-0A8D-D89B-AA4488391FC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55" name="Freeform 14">
                <a:extLst>
                  <a:ext uri="{FF2B5EF4-FFF2-40B4-BE49-F238E27FC236}">
                    <a16:creationId xmlns:a16="http://schemas.microsoft.com/office/drawing/2014/main" id="{F7F6E1B7-B4ED-1699-C492-0032C5B8242D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56" name="Freeform 15">
                <a:extLst>
                  <a:ext uri="{FF2B5EF4-FFF2-40B4-BE49-F238E27FC236}">
                    <a16:creationId xmlns:a16="http://schemas.microsoft.com/office/drawing/2014/main" id="{114EE99C-9EC5-3C6C-64A0-3764DA0E337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57" name="Freeform 16">
                <a:extLst>
                  <a:ext uri="{FF2B5EF4-FFF2-40B4-BE49-F238E27FC236}">
                    <a16:creationId xmlns:a16="http://schemas.microsoft.com/office/drawing/2014/main" id="{ECCFB330-8F90-459F-B1B5-7717B235054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58" name="Freeform 17">
                <a:extLst>
                  <a:ext uri="{FF2B5EF4-FFF2-40B4-BE49-F238E27FC236}">
                    <a16:creationId xmlns:a16="http://schemas.microsoft.com/office/drawing/2014/main" id="{89A34987-E431-2A93-3D62-912217C1C04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59" name="Rectangle 18">
                <a:extLst>
                  <a:ext uri="{FF2B5EF4-FFF2-40B4-BE49-F238E27FC236}">
                    <a16:creationId xmlns:a16="http://schemas.microsoft.com/office/drawing/2014/main" id="{1F951D7F-BED8-991E-3496-7DA93E8148F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60" name="Freeform 19">
                <a:extLst>
                  <a:ext uri="{FF2B5EF4-FFF2-40B4-BE49-F238E27FC236}">
                    <a16:creationId xmlns:a16="http://schemas.microsoft.com/office/drawing/2014/main" id="{272CCB53-F367-9D8A-5671-D442F70CF858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61" name="Freeform 20">
                <a:extLst>
                  <a:ext uri="{FF2B5EF4-FFF2-40B4-BE49-F238E27FC236}">
                    <a16:creationId xmlns:a16="http://schemas.microsoft.com/office/drawing/2014/main" id="{ECF911E9-8158-C08D-23FE-13CCAFED78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 dirty="0"/>
              </a:p>
            </p:txBody>
          </p:sp>
          <p:sp>
            <p:nvSpPr>
              <p:cNvPr id="62" name="Freeform 21">
                <a:extLst>
                  <a:ext uri="{FF2B5EF4-FFF2-40B4-BE49-F238E27FC236}">
                    <a16:creationId xmlns:a16="http://schemas.microsoft.com/office/drawing/2014/main" id="{094B2A0F-EF14-8BE6-B468-54D6F6277E8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63" name="Freeform 22">
                <a:extLst>
                  <a:ext uri="{FF2B5EF4-FFF2-40B4-BE49-F238E27FC236}">
                    <a16:creationId xmlns:a16="http://schemas.microsoft.com/office/drawing/2014/main" id="{BD80DF37-D70A-5EC4-04A2-4E73C4038CB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64" name="Freeform 23">
                <a:extLst>
                  <a:ext uri="{FF2B5EF4-FFF2-40B4-BE49-F238E27FC236}">
                    <a16:creationId xmlns:a16="http://schemas.microsoft.com/office/drawing/2014/main" id="{0D00C6D5-7EC4-0318-A93F-CD6F5C70842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65" name="Freeform 24">
                <a:extLst>
                  <a:ext uri="{FF2B5EF4-FFF2-40B4-BE49-F238E27FC236}">
                    <a16:creationId xmlns:a16="http://schemas.microsoft.com/office/drawing/2014/main" id="{AEB26B91-4BD3-875D-141D-DEA322007DD9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66" name="Freeform 25">
                <a:extLst>
                  <a:ext uri="{FF2B5EF4-FFF2-40B4-BE49-F238E27FC236}">
                    <a16:creationId xmlns:a16="http://schemas.microsoft.com/office/drawing/2014/main" id="{4F49B36A-46DF-8CB3-3466-3A29AEB0F38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67" name="Rectangle 26">
                <a:extLst>
                  <a:ext uri="{FF2B5EF4-FFF2-40B4-BE49-F238E27FC236}">
                    <a16:creationId xmlns:a16="http://schemas.microsoft.com/office/drawing/2014/main" id="{F840654A-F47B-BC37-57E2-0E27690D567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68" name="Rectangle 27">
                <a:extLst>
                  <a:ext uri="{FF2B5EF4-FFF2-40B4-BE49-F238E27FC236}">
                    <a16:creationId xmlns:a16="http://schemas.microsoft.com/office/drawing/2014/main" id="{9ADC6671-2EE5-8226-E787-2FB7A9BBA46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</p:grpSp>
        <p:sp>
          <p:nvSpPr>
            <p:cNvPr id="38" name="Rectangle 28">
              <a:extLst>
                <a:ext uri="{FF2B5EF4-FFF2-40B4-BE49-F238E27FC236}">
                  <a16:creationId xmlns:a16="http://schemas.microsoft.com/office/drawing/2014/main" id="{17537E70-E667-DC44-A43A-E53A50AD305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290A113E-9CD9-B2B2-74CC-01FC73534AA3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40" name="Freeform 29">
                <a:extLst>
                  <a:ext uri="{FF2B5EF4-FFF2-40B4-BE49-F238E27FC236}">
                    <a16:creationId xmlns:a16="http://schemas.microsoft.com/office/drawing/2014/main" id="{60FE0670-46BE-A30C-6A81-3F4ACF4BDA0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41" name="Freeform 30">
                <a:extLst>
                  <a:ext uri="{FF2B5EF4-FFF2-40B4-BE49-F238E27FC236}">
                    <a16:creationId xmlns:a16="http://schemas.microsoft.com/office/drawing/2014/main" id="{6E17D649-B42A-09BD-CF61-B8C1A7112E9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42" name="Freeform 31">
                <a:extLst>
                  <a:ext uri="{FF2B5EF4-FFF2-40B4-BE49-F238E27FC236}">
                    <a16:creationId xmlns:a16="http://schemas.microsoft.com/office/drawing/2014/main" id="{8687873F-7C76-382B-60A8-B49C4C184DB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43" name="Freeform 32">
                <a:extLst>
                  <a:ext uri="{FF2B5EF4-FFF2-40B4-BE49-F238E27FC236}">
                    <a16:creationId xmlns:a16="http://schemas.microsoft.com/office/drawing/2014/main" id="{FBF838FB-60C5-AA46-F549-F323F6F945C5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44" name="Freeform 33">
                <a:extLst>
                  <a:ext uri="{FF2B5EF4-FFF2-40B4-BE49-F238E27FC236}">
                    <a16:creationId xmlns:a16="http://schemas.microsoft.com/office/drawing/2014/main" id="{FA747742-768F-6F28-36C9-B9E27D07E2B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45" name="Freeform 34">
                <a:extLst>
                  <a:ext uri="{FF2B5EF4-FFF2-40B4-BE49-F238E27FC236}">
                    <a16:creationId xmlns:a16="http://schemas.microsoft.com/office/drawing/2014/main" id="{93DF03F5-A85B-C364-024C-8BB97454FB2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21379456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7F7FEAA-CD25-31FD-0E8A-E47145F5F9EB}"/>
              </a:ext>
            </a:extLst>
          </p:cNvPr>
          <p:cNvGrpSpPr/>
          <p:nvPr/>
        </p:nvGrpSpPr>
        <p:grpSpPr>
          <a:xfrm>
            <a:off x="9392771" y="767096"/>
            <a:ext cx="2800816" cy="1898696"/>
            <a:chOff x="9390324" y="767096"/>
            <a:chExt cx="2800087" cy="1898696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DBC4C027-8FC0-71EF-963F-3B8A0447C1E8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bg1"/>
            </a:solidFill>
          </p:grpSpPr>
          <p:sp>
            <p:nvSpPr>
              <p:cNvPr id="72" name="Freeform 5">
                <a:extLst>
                  <a:ext uri="{FF2B5EF4-FFF2-40B4-BE49-F238E27FC236}">
                    <a16:creationId xmlns:a16="http://schemas.microsoft.com/office/drawing/2014/main" id="{AC114BA7-B808-0C61-F4C4-498846EB2C1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73" name="Freeform 6">
                <a:extLst>
                  <a:ext uri="{FF2B5EF4-FFF2-40B4-BE49-F238E27FC236}">
                    <a16:creationId xmlns:a16="http://schemas.microsoft.com/office/drawing/2014/main" id="{03055FF5-EB33-F09D-784D-C7AD0188032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74" name="Freeform 7">
                <a:extLst>
                  <a:ext uri="{FF2B5EF4-FFF2-40B4-BE49-F238E27FC236}">
                    <a16:creationId xmlns:a16="http://schemas.microsoft.com/office/drawing/2014/main" id="{EF0C28DE-3EA0-613C-F6F5-A668E5A933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75" name="Freeform 8">
                <a:extLst>
                  <a:ext uri="{FF2B5EF4-FFF2-40B4-BE49-F238E27FC236}">
                    <a16:creationId xmlns:a16="http://schemas.microsoft.com/office/drawing/2014/main" id="{AA3A9144-5E21-1340-D82E-781E8E03088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76" name="Freeform 9">
                <a:extLst>
                  <a:ext uri="{FF2B5EF4-FFF2-40B4-BE49-F238E27FC236}">
                    <a16:creationId xmlns:a16="http://schemas.microsoft.com/office/drawing/2014/main" id="{16E502AF-0487-43AF-00DB-14F962B92CF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77" name="Freeform 10">
                <a:extLst>
                  <a:ext uri="{FF2B5EF4-FFF2-40B4-BE49-F238E27FC236}">
                    <a16:creationId xmlns:a16="http://schemas.microsoft.com/office/drawing/2014/main" id="{0DE8FD0D-C28A-B61F-DFEE-6F90FAD7BFA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78" name="Freeform 11">
                <a:extLst>
                  <a:ext uri="{FF2B5EF4-FFF2-40B4-BE49-F238E27FC236}">
                    <a16:creationId xmlns:a16="http://schemas.microsoft.com/office/drawing/2014/main" id="{F351CFF9-9DD1-E9B5-EE76-334AE5F0349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79" name="Freeform 12">
                <a:extLst>
                  <a:ext uri="{FF2B5EF4-FFF2-40B4-BE49-F238E27FC236}">
                    <a16:creationId xmlns:a16="http://schemas.microsoft.com/office/drawing/2014/main" id="{5CBDFCA1-F27C-774F-EB38-070587A34AB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0" name="Freeform 13">
                <a:extLst>
                  <a:ext uri="{FF2B5EF4-FFF2-40B4-BE49-F238E27FC236}">
                    <a16:creationId xmlns:a16="http://schemas.microsoft.com/office/drawing/2014/main" id="{32C7C41D-9C2F-F9CB-F801-1289ECF5E58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1" name="Freeform 14">
                <a:extLst>
                  <a:ext uri="{FF2B5EF4-FFF2-40B4-BE49-F238E27FC236}">
                    <a16:creationId xmlns:a16="http://schemas.microsoft.com/office/drawing/2014/main" id="{D3D8F53A-7C54-73FF-7202-68AF9530CEF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2" name="Freeform 15">
                <a:extLst>
                  <a:ext uri="{FF2B5EF4-FFF2-40B4-BE49-F238E27FC236}">
                    <a16:creationId xmlns:a16="http://schemas.microsoft.com/office/drawing/2014/main" id="{BD2B90D5-630B-CFC6-CE5B-4A3E778474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3" name="Freeform 16">
                <a:extLst>
                  <a:ext uri="{FF2B5EF4-FFF2-40B4-BE49-F238E27FC236}">
                    <a16:creationId xmlns:a16="http://schemas.microsoft.com/office/drawing/2014/main" id="{44BDC175-2104-E7E3-2519-DA2F92A4A93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4" name="Freeform 17">
                <a:extLst>
                  <a:ext uri="{FF2B5EF4-FFF2-40B4-BE49-F238E27FC236}">
                    <a16:creationId xmlns:a16="http://schemas.microsoft.com/office/drawing/2014/main" id="{E76CB955-2FC2-83C2-AC09-AD01BCCF1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5" name="Rectangle 18">
                <a:extLst>
                  <a:ext uri="{FF2B5EF4-FFF2-40B4-BE49-F238E27FC236}">
                    <a16:creationId xmlns:a16="http://schemas.microsoft.com/office/drawing/2014/main" id="{BB15E459-A560-CBA7-38D2-49EC0DF1798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6" name="Freeform 19">
                <a:extLst>
                  <a:ext uri="{FF2B5EF4-FFF2-40B4-BE49-F238E27FC236}">
                    <a16:creationId xmlns:a16="http://schemas.microsoft.com/office/drawing/2014/main" id="{A894E637-6612-023A-5D26-292EB224BB2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7" name="Freeform 20">
                <a:extLst>
                  <a:ext uri="{FF2B5EF4-FFF2-40B4-BE49-F238E27FC236}">
                    <a16:creationId xmlns:a16="http://schemas.microsoft.com/office/drawing/2014/main" id="{C612BEEF-FFCF-00C7-83E8-3D6CD89DD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8" name="Freeform 21">
                <a:extLst>
                  <a:ext uri="{FF2B5EF4-FFF2-40B4-BE49-F238E27FC236}">
                    <a16:creationId xmlns:a16="http://schemas.microsoft.com/office/drawing/2014/main" id="{535443A8-F420-58B0-6940-C7217CB7D3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9" name="Freeform 22">
                <a:extLst>
                  <a:ext uri="{FF2B5EF4-FFF2-40B4-BE49-F238E27FC236}">
                    <a16:creationId xmlns:a16="http://schemas.microsoft.com/office/drawing/2014/main" id="{D577C4C5-162A-509E-0F90-2D9CF5560B4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0" name="Freeform 23">
                <a:extLst>
                  <a:ext uri="{FF2B5EF4-FFF2-40B4-BE49-F238E27FC236}">
                    <a16:creationId xmlns:a16="http://schemas.microsoft.com/office/drawing/2014/main" id="{9CB671CE-477D-F1B3-6894-F85448189A9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1" name="Freeform 24">
                <a:extLst>
                  <a:ext uri="{FF2B5EF4-FFF2-40B4-BE49-F238E27FC236}">
                    <a16:creationId xmlns:a16="http://schemas.microsoft.com/office/drawing/2014/main" id="{2D545142-881D-002A-830D-2B1960B7F79A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2" name="Freeform 25">
                <a:extLst>
                  <a:ext uri="{FF2B5EF4-FFF2-40B4-BE49-F238E27FC236}">
                    <a16:creationId xmlns:a16="http://schemas.microsoft.com/office/drawing/2014/main" id="{5C959273-267C-8CBA-996C-EC8514CCD7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3" name="Rectangle 26">
                <a:extLst>
                  <a:ext uri="{FF2B5EF4-FFF2-40B4-BE49-F238E27FC236}">
                    <a16:creationId xmlns:a16="http://schemas.microsoft.com/office/drawing/2014/main" id="{2F1B0169-414B-8F53-D204-E4FC9132C39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4" name="Rectangle 27">
                <a:extLst>
                  <a:ext uri="{FF2B5EF4-FFF2-40B4-BE49-F238E27FC236}">
                    <a16:creationId xmlns:a16="http://schemas.microsoft.com/office/drawing/2014/main" id="{FD3CEF0B-9316-CAAF-B811-7977EA0FDC7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</p:grpSp>
        <p:sp>
          <p:nvSpPr>
            <p:cNvPr id="64" name="Rectangle 28">
              <a:extLst>
                <a:ext uri="{FF2B5EF4-FFF2-40B4-BE49-F238E27FC236}">
                  <a16:creationId xmlns:a16="http://schemas.microsoft.com/office/drawing/2014/main" id="{C44969F7-1BF0-A4FA-F4EB-8003272D98C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AB97A83-AA92-5D2A-D89F-2B85130F597F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66" name="Freeform 29">
                <a:extLst>
                  <a:ext uri="{FF2B5EF4-FFF2-40B4-BE49-F238E27FC236}">
                    <a16:creationId xmlns:a16="http://schemas.microsoft.com/office/drawing/2014/main" id="{93913DCE-D7C5-993F-1CBD-D671F4E01A3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67" name="Freeform 30">
                <a:extLst>
                  <a:ext uri="{FF2B5EF4-FFF2-40B4-BE49-F238E27FC236}">
                    <a16:creationId xmlns:a16="http://schemas.microsoft.com/office/drawing/2014/main" id="{6D0A5711-84F8-6852-FC23-C9222B8AB05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68" name="Freeform 31">
                <a:extLst>
                  <a:ext uri="{FF2B5EF4-FFF2-40B4-BE49-F238E27FC236}">
                    <a16:creationId xmlns:a16="http://schemas.microsoft.com/office/drawing/2014/main" id="{185085EF-D1B3-20ED-1267-AC7FAB1644F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69" name="Freeform 32">
                <a:extLst>
                  <a:ext uri="{FF2B5EF4-FFF2-40B4-BE49-F238E27FC236}">
                    <a16:creationId xmlns:a16="http://schemas.microsoft.com/office/drawing/2014/main" id="{8434C32D-C325-1F32-5E19-6C9FC933AC3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70" name="Freeform 33">
                <a:extLst>
                  <a:ext uri="{FF2B5EF4-FFF2-40B4-BE49-F238E27FC236}">
                    <a16:creationId xmlns:a16="http://schemas.microsoft.com/office/drawing/2014/main" id="{A281B950-B57F-4814-65C4-87F843CA0E1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71" name="Freeform 34">
                <a:extLst>
                  <a:ext uri="{FF2B5EF4-FFF2-40B4-BE49-F238E27FC236}">
                    <a16:creationId xmlns:a16="http://schemas.microsoft.com/office/drawing/2014/main" id="{EE465ED6-53DE-A385-42CB-0B5A7547734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20E6808-E70B-FA4B-99F6-1C02BBC16598}"/>
              </a:ext>
            </a:extLst>
          </p:cNvPr>
          <p:cNvGrpSpPr/>
          <p:nvPr/>
        </p:nvGrpSpPr>
        <p:grpSpPr>
          <a:xfrm>
            <a:off x="1539348" y="3561908"/>
            <a:ext cx="7853422" cy="1769127"/>
            <a:chOff x="541049" y="2649538"/>
            <a:chExt cx="9285724" cy="2092325"/>
          </a:xfrm>
          <a:solidFill>
            <a:schemeClr val="bg1"/>
          </a:solidFill>
        </p:grpSpPr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4C297CEF-136F-B1B7-09B1-55E4D7563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4" name="Freeform 6">
              <a:extLst>
                <a:ext uri="{FF2B5EF4-FFF2-40B4-BE49-F238E27FC236}">
                  <a16:creationId xmlns:a16="http://schemas.microsoft.com/office/drawing/2014/main" id="{622BAF6B-1742-15FD-B0EB-40B8C3DC11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788B3367-A4C9-CCD9-A688-1D2826A4B0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3" name="Freeform 8">
              <a:extLst>
                <a:ext uri="{FF2B5EF4-FFF2-40B4-BE49-F238E27FC236}">
                  <a16:creationId xmlns:a16="http://schemas.microsoft.com/office/drawing/2014/main" id="{E75C15B3-8177-7E6B-C4A7-1B9D3FB9D0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4" name="Freeform 9">
              <a:extLst>
                <a:ext uri="{FF2B5EF4-FFF2-40B4-BE49-F238E27FC236}">
                  <a16:creationId xmlns:a16="http://schemas.microsoft.com/office/drawing/2014/main" id="{AA27F0F6-EBAD-77B3-0964-617F5FC5A0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5" name="Freeform 10">
              <a:extLst>
                <a:ext uri="{FF2B5EF4-FFF2-40B4-BE49-F238E27FC236}">
                  <a16:creationId xmlns:a16="http://schemas.microsoft.com/office/drawing/2014/main" id="{0D449E32-BCCB-5FA7-37E4-30FF7569B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6" name="Oval 11">
              <a:extLst>
                <a:ext uri="{FF2B5EF4-FFF2-40B4-BE49-F238E27FC236}">
                  <a16:creationId xmlns:a16="http://schemas.microsoft.com/office/drawing/2014/main" id="{DF4FD3AA-2A1C-04CA-7759-A7926327B4A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144106726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529" y="1524000"/>
            <a:ext cx="9914678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2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幻灯片</a:t>
            </a:r>
            <a:br>
              <a:rPr lang="zh-CN" altLang="en-US" dirty="0"/>
            </a:br>
            <a:r>
              <a:rPr lang="zh-CN" altLang="en-US" dirty="0"/>
              <a:t>演示标题</a:t>
            </a:r>
            <a:br>
              <a:rPr lang="zh-CN" altLang="en-US" dirty="0"/>
            </a:br>
            <a:r>
              <a:rPr lang="zh-CN" altLang="en-US" dirty="0"/>
              <a:t>区域</a:t>
            </a:r>
            <a:endParaRPr lang="en-US" dirty="0"/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ts val="27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主讲人姓名 </a:t>
            </a:r>
            <a:r>
              <a:rPr lang="en-US" altLang="zh-CN" dirty="0"/>
              <a:t>| </a:t>
            </a:r>
            <a:r>
              <a:rPr lang="zh-CN" altLang="en-US" dirty="0"/>
              <a:t>日期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52631" y="2542790"/>
            <a:ext cx="3058160" cy="1020580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158C3A6B-F5BB-E37E-DB3D-C1ABEA07F2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1" name="Freeform 8">
              <a:extLst>
                <a:ext uri="{FF2B5EF4-FFF2-40B4-BE49-F238E27FC236}">
                  <a16:creationId xmlns:a16="http://schemas.microsoft.com/office/drawing/2014/main" id="{A56AE87F-217D-4207-F227-987A2E7FEB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D65BCC2D-74A9-8E37-6BBC-33B74966DA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BA8558ED-E4BF-D888-EF3B-A311AFE8C4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AFF1776F-9DBA-D51E-8F71-E1FB30D767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820D6E3B-9704-EBDF-9D0D-A571A36CB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529" y="762000"/>
            <a:ext cx="3942091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375F64-E651-1A0A-ABF1-9C38BA663F9F}"/>
              </a:ext>
            </a:extLst>
          </p:cNvPr>
          <p:cNvSpPr txBox="1"/>
          <p:nvPr userDrawn="1"/>
        </p:nvSpPr>
        <p:spPr>
          <a:xfrm>
            <a:off x="750529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872310703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27660"/>
            <a:ext cx="9914678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200" b="1" kern="1200" cap="none" spc="-15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幻灯片</a:t>
            </a:r>
            <a:br>
              <a:rPr lang="zh-CN" altLang="en-US" dirty="0"/>
            </a:br>
            <a:r>
              <a:rPr lang="zh-CN" altLang="en-US" dirty="0"/>
              <a:t>演示标题</a:t>
            </a:r>
            <a:br>
              <a:rPr lang="zh-CN" altLang="en-US" dirty="0"/>
            </a:br>
            <a:r>
              <a:rPr lang="zh-CN" altLang="en-US" dirty="0"/>
              <a:t>区域</a:t>
            </a:r>
            <a:endParaRPr lang="en-US" dirty="0"/>
          </a:p>
        </p:txBody>
      </p:sp>
      <p:sp>
        <p:nvSpPr>
          <p:cNvPr id="5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ts val="27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主讲人姓名 </a:t>
            </a:r>
            <a:r>
              <a:rPr lang="en-US" altLang="zh-CN" dirty="0"/>
              <a:t>| </a:t>
            </a:r>
            <a:r>
              <a:rPr lang="zh-CN" altLang="en-US" dirty="0"/>
              <a:t>日期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0529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6BD304-FAC7-4023-9B54-8984F7387559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10152631" y="2542790"/>
            <a:ext cx="3058160" cy="1020580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BBDE3D-E4E2-42E5-9F26-00C1500EFD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27C222CE-31C9-4AE2-A9DE-A34ECC37F0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710DBB3B-7FB8-4ACB-8FA4-3F2A105B9B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3E443DA7-CC51-4460-98C4-193A73750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E1BCDB13-2B5A-46EC-B1D6-C526DEAA84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EDDE8EA-BE8E-4066-AB4A-21CD274354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F442D16-F34F-4D4E-A65A-8C3BC17F2F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50529" y="762000"/>
            <a:ext cx="3942091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rgbClr val="4D144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394635298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24000"/>
            <a:ext cx="9914678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2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幻灯片</a:t>
            </a:r>
            <a:br>
              <a:rPr lang="zh-CN" altLang="en-US" dirty="0"/>
            </a:br>
            <a:r>
              <a:rPr lang="zh-CN" altLang="en-US" dirty="0"/>
              <a:t>演示标题</a:t>
            </a:r>
            <a:br>
              <a:rPr lang="zh-CN" altLang="en-US" dirty="0"/>
            </a:br>
            <a:r>
              <a:rPr lang="zh-CN" altLang="en-US" dirty="0"/>
              <a:t>区域</a:t>
            </a:r>
            <a:endParaRPr lang="en-US" dirty="0"/>
          </a:p>
        </p:txBody>
      </p:sp>
      <p:sp>
        <p:nvSpPr>
          <p:cNvPr id="5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ts val="27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主讲人姓名 </a:t>
            </a:r>
            <a:r>
              <a:rPr lang="en-US" altLang="zh-CN" dirty="0"/>
              <a:t>| </a:t>
            </a:r>
            <a:r>
              <a:rPr lang="zh-CN" altLang="en-US" dirty="0"/>
              <a:t>日期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10152631" y="2542790"/>
            <a:ext cx="3058160" cy="1020580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158C3A6B-F5BB-E37E-DB3D-C1ABEA07F2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1" name="Freeform 8">
              <a:extLst>
                <a:ext uri="{FF2B5EF4-FFF2-40B4-BE49-F238E27FC236}">
                  <a16:creationId xmlns:a16="http://schemas.microsoft.com/office/drawing/2014/main" id="{A56AE87F-217D-4207-F227-987A2E7FEB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D65BCC2D-74A9-8E37-6BBC-33B74966DA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BA8558ED-E4BF-D888-EF3B-A311AFE8C4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AFF1776F-9DBA-D51E-8F71-E1FB30D767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820D6E3B-9704-EBDF-9D0D-A571A36CB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50529" y="762000"/>
            <a:ext cx="3942091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375F64-E651-1A0A-ABF1-9C38BA663F9F}"/>
              </a:ext>
            </a:extLst>
          </p:cNvPr>
          <p:cNvSpPr txBox="1"/>
          <p:nvPr/>
        </p:nvSpPr>
        <p:spPr>
          <a:xfrm>
            <a:off x="750529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874894044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89C3EB64-A851-71DD-8882-1FDB7C2E99CB}"/>
              </a:ext>
            </a:extLst>
          </p:cNvPr>
          <p:cNvSpPr txBox="1"/>
          <p:nvPr/>
        </p:nvSpPr>
        <p:spPr>
          <a:xfrm>
            <a:off x="1603772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4C2BE-620B-6B7D-1426-F9CB0B9DB688}"/>
              </a:ext>
            </a:extLst>
          </p:cNvPr>
          <p:cNvGrpSpPr>
            <a:grpSpLocks noChangeAspect="1"/>
          </p:cNvGrpSpPr>
          <p:nvPr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002FA1-87AB-10E7-DF14-BCD2904245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FC16D85-BEED-1820-DFF9-5D8B0AACAC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1F2566FE-64C0-16F6-945D-2961668799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D3B60C47-FE53-B519-B5B0-91907EAADB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51BD7309-4598-0B4D-F955-25A4778655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3AB317A1-606F-084E-CD32-A64A53D259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3ECEF077-D5E5-A906-C26A-748935BA5E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8" y="1549492"/>
            <a:ext cx="6265272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ts val="5700"/>
              </a:lnSpc>
              <a:spcBef>
                <a:spcPct val="0"/>
              </a:spcBef>
              <a:buNone/>
              <a:defRPr lang="en-US" sz="5400" b="1" kern="1200" cap="none" spc="-15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章节标题区域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528" y="4328650"/>
            <a:ext cx="6265272" cy="34624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ts val="2700"/>
              </a:lnSpc>
              <a:spcBef>
                <a:spcPts val="0"/>
              </a:spcBef>
              <a:buNone/>
              <a:defRPr sz="24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副标题区域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2F89-ADF9-0A52-8877-914CA372E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1465024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C50D814F-EE5B-C084-7424-D39C0DE54FF7}"/>
              </a:ext>
            </a:extLst>
          </p:cNvPr>
          <p:cNvSpPr txBox="1"/>
          <p:nvPr/>
        </p:nvSpPr>
        <p:spPr>
          <a:xfrm>
            <a:off x="1603772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498D60-2F6C-6ADE-BB9A-D957660E0731}"/>
              </a:ext>
            </a:extLst>
          </p:cNvPr>
          <p:cNvGrpSpPr>
            <a:grpSpLocks noChangeAspect="1"/>
          </p:cNvGrpSpPr>
          <p:nvPr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414641-DA5A-BDF2-889C-1430A63E35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6CAA72E6-FAE3-6740-34C0-7A08091254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0EE70422-5E10-8634-79CC-15428116CD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F9B9866C-878A-3BAE-D601-6317EEEB78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20DD7C9B-A88C-7ECB-27AE-CB4579CDB9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084B2859-A58F-9171-5328-94CFD162F5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DC1829C2-6CD9-FE35-3F45-EEC10E2F16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49492"/>
            <a:ext cx="6265272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ts val="5700"/>
              </a:lnSpc>
              <a:spcBef>
                <a:spcPct val="0"/>
              </a:spcBef>
              <a:buNone/>
              <a:defRPr lang="en-US" sz="54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章节标题区域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529" y="4328650"/>
            <a:ext cx="6265272" cy="346249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lnSpc>
                <a:spcPts val="2700"/>
              </a:lnSpc>
              <a:spcBef>
                <a:spcPts val="0"/>
              </a:spcBef>
              <a:buNone/>
              <a:defRPr sz="2400" spc="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副标题区域 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1CC465-FDF1-C0A2-5A83-FB03B2F0F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9976394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A0C0A2-1C95-CF60-15E7-57B445A899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3236137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45D89D-54AB-A7D6-4141-95E6B3C369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7591961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Sub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5B6443-4299-282C-565B-68E5F97027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0029738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Sub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altLang="zh-CN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296FD5-38BC-1E97-5513-17F333DF59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6135540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8880"/>
            <a:ext cx="1067382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C5559F-D4D6-DA53-A720-07C2A2D68F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6136215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2" y="1308880"/>
            <a:ext cx="1067077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190EFC-69A6-D92C-008E-75B891AE7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1669849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Subtitl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749388"/>
            <a:ext cx="1067382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altLang="zh-CN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7BD319-CE6A-C56C-FAF4-F7D3C4B20C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2118968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Subtitle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749389"/>
            <a:ext cx="1067382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altLang="zh-CN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F390D5-FAC3-3E07-D977-2FACDFA7E8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8452369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307593"/>
            <a:ext cx="5070324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4" hasCustomPrompt="1"/>
          </p:nvPr>
        </p:nvSpPr>
        <p:spPr bwMode="gray">
          <a:xfrm>
            <a:off x="6340962" y="1307593"/>
            <a:ext cx="506709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FE5186-E704-46DB-A234-0339427F82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341359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307594"/>
            <a:ext cx="5070324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4" hasCustomPrompt="1"/>
          </p:nvPr>
        </p:nvSpPr>
        <p:spPr bwMode="gray">
          <a:xfrm>
            <a:off x="6340962" y="1307594"/>
            <a:ext cx="506709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D52F52-4191-E70A-A15D-3F4D0CF0AA2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7298850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4378398" y="1307594"/>
            <a:ext cx="3344059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8017903" y="1307594"/>
            <a:ext cx="341653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61C74C-45BE-3DE8-0DFD-4B97D814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3756088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ree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4378399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8017903" y="1307594"/>
            <a:ext cx="341653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92B045-EC23-B30D-E716-8FEBB279E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2067285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5725006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3"/>
            <a:ext cx="572500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8199" y="0"/>
            <a:ext cx="53338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F3C117-A202-AC1A-30DA-A95049B267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3426471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/Imag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5725006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3"/>
            <a:ext cx="5725006" cy="491958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8199" y="0"/>
            <a:ext cx="53338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E7426-E0FB-DA60-E1E0-A41FD9009F5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3444459"/>
      </p:ext>
    </p:extLst>
  </p:cSld>
  <p:clrMapOvr>
    <a:masterClrMapping/>
  </p:clrMapOvr>
  <p:transition spd="med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+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" y="0"/>
            <a:ext cx="4062849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C9E4313D-4BB5-4FBE-BED7-2E337B7C6B9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672569" y="6400800"/>
            <a:ext cx="439026" cy="155448"/>
          </a:xfrm>
        </p:spPr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1CFF5BD6-17CC-00C1-ADCF-B04D6703F62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71604" y="0"/>
            <a:ext cx="7620396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1A0E3B-4CFE-F883-3C78-D9A6BE41AE0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0610" y="995010"/>
            <a:ext cx="3428016" cy="1436465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3800" b="1" strike="noStrike" spc="-15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zh-CN" altLang="en-US" dirty="0"/>
              <a:t>单击文本框</a:t>
            </a:r>
            <a:endParaRPr lang="en-US" altLang="zh-CN" dirty="0"/>
          </a:p>
          <a:p>
            <a:pPr lvl="0"/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5F96A18-152F-7D42-F172-C8D7F6B28F2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2815936"/>
            <a:ext cx="3428016" cy="3280064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868280"/>
      </p:ext>
    </p:extLst>
  </p:cSld>
  <p:clrMapOvr>
    <a:masterClrMapping/>
  </p:clrMapOvr>
  <p:transition spd="med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hoto + Statement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" y="0"/>
            <a:ext cx="4062849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571604" y="0"/>
            <a:ext cx="7620396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182470-3621-1323-235D-7DBA176E68E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C11FB6FD-7B80-D920-2B92-D358B18446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0610" y="995010"/>
            <a:ext cx="3428016" cy="1436465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3800" b="1" strike="noStrike" spc="-15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zh-CN" altLang="en-US" dirty="0"/>
              <a:t>单击文本框</a:t>
            </a:r>
            <a:endParaRPr lang="en-US" altLang="zh-CN" dirty="0"/>
          </a:p>
          <a:p>
            <a:pPr lvl="0"/>
            <a:r>
              <a:rPr lang="zh-CN" altLang="en-US" dirty="0"/>
              <a:t>添加标题</a:t>
            </a:r>
            <a:endParaRPr lang="en-US" altLang="zh-CN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F150789-C64C-B456-4B9A-24AED7315FB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2815936"/>
            <a:ext cx="3428016" cy="3280064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281582"/>
      </p:ext>
    </p:extLst>
  </p:cSld>
  <p:clrMapOvr>
    <a:masterClrMapping/>
  </p:clrMapOvr>
  <p:transition spd="med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611" y="1863188"/>
            <a:ext cx="10670779" cy="3131627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ts val="7900"/>
              </a:lnSpc>
              <a:spcBef>
                <a:spcPts val="0"/>
              </a:spcBef>
              <a:buNone/>
              <a:defRPr sz="7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494" indent="0">
              <a:buNone/>
              <a:defRPr/>
            </a:lvl2pPr>
          </a:lstStyle>
          <a:p>
            <a:pPr lvl="0"/>
            <a:r>
              <a:rPr lang="zh-CN" altLang="en-US" dirty="0"/>
              <a:t>点击此处添加</a:t>
            </a:r>
            <a:endParaRPr lang="en-US" altLang="zh-CN" dirty="0"/>
          </a:p>
          <a:p>
            <a:pPr lvl="0"/>
            <a:r>
              <a:rPr lang="zh-CN" altLang="en-US" dirty="0"/>
              <a:t>重要的想法、声明</a:t>
            </a:r>
            <a:endParaRPr lang="en-US" altLang="zh-CN" dirty="0"/>
          </a:p>
          <a:p>
            <a:pPr lvl="0"/>
            <a:r>
              <a:rPr lang="zh-CN" altLang="en-US" dirty="0"/>
              <a:t>或主题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58456464"/>
      </p:ext>
    </p:extLst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/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5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 hasCustomPrompt="1"/>
          </p:nvPr>
        </p:nvSpPr>
        <p:spPr bwMode="gray">
          <a:xfrm>
            <a:off x="6858198" y="1307593"/>
            <a:ext cx="4573192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8198" y="442528"/>
            <a:ext cx="4573192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FBC96C-E04F-90E6-1BBE-C65ECD6E5C1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497542"/>
      </p:ext>
    </p:extLst>
  </p:cSld>
  <p:clrMapOvr>
    <a:masterClrMapping/>
  </p:clrMapOvr>
  <p:transition spd="med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/ Produc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5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 hasCustomPrompt="1"/>
          </p:nvPr>
        </p:nvSpPr>
        <p:spPr bwMode="gray">
          <a:xfrm>
            <a:off x="6858200" y="1307592"/>
            <a:ext cx="4573191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8199" y="442529"/>
            <a:ext cx="4573192" cy="42319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A84DA8-2577-7EF4-6122-06E4DEEB80A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0417770"/>
      </p:ext>
    </p:extLst>
  </p:cSld>
  <p:clrMapOvr>
    <a:masterClrMapping/>
  </p:clrMapOvr>
  <p:transition spd="med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9"/>
            <a:ext cx="10673829" cy="42319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612" y="1524000"/>
            <a:ext cx="10670779" cy="4572000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000" baseline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点击此图标创建图标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E9C038-E754-006F-B382-D714EB9495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0879742"/>
      </p:ext>
    </p:extLst>
  </p:cSld>
  <p:clrMapOvr>
    <a:masterClrMapping/>
  </p:clrMapOvr>
  <p:transition spd="med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rt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612" y="1524000"/>
            <a:ext cx="10670779" cy="4572001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0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点击此图标创建图标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222CEF-FCD3-E840-7AE1-E900A5D59C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8393558"/>
      </p:ext>
    </p:extLst>
  </p:cSld>
  <p:clrMapOvr>
    <a:masterClrMapping/>
  </p:clrMapOvr>
  <p:transition spd="med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2E9409-35B8-57EB-2941-154C5CA02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101910"/>
      </p:ext>
    </p:extLst>
  </p:cSld>
  <p:clrMapOvr>
    <a:masterClrMapping/>
  </p:clrMapOvr>
  <p:transition spd="med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94B782-D6B1-E164-080E-40821B7DAF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9884808"/>
      </p:ext>
    </p:extLst>
  </p:cSld>
  <p:clrMapOvr>
    <a:masterClrMapping/>
  </p:clrMapOvr>
  <p:transition spd="med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165">
            <a:extLst>
              <a:ext uri="{FF2B5EF4-FFF2-40B4-BE49-F238E27FC236}">
                <a16:creationId xmlns:a16="http://schemas.microsoft.com/office/drawing/2014/main" id="{45DF6D6F-9C39-7C31-64D4-4BCE9C9CA5D6}"/>
              </a:ext>
            </a:extLst>
          </p:cNvPr>
          <p:cNvGrpSpPr/>
          <p:nvPr/>
        </p:nvGrpSpPr>
        <p:grpSpPr>
          <a:xfrm>
            <a:off x="1539348" y="3561908"/>
            <a:ext cx="7853422" cy="1769127"/>
            <a:chOff x="541049" y="2649538"/>
            <a:chExt cx="9285724" cy="2092325"/>
          </a:xfrm>
          <a:solidFill>
            <a:srgbClr val="4D144A"/>
          </a:solidFill>
        </p:grpSpPr>
        <p:sp>
          <p:nvSpPr>
            <p:cNvPr id="167" name="Freeform 5">
              <a:extLst>
                <a:ext uri="{FF2B5EF4-FFF2-40B4-BE49-F238E27FC236}">
                  <a16:creationId xmlns:a16="http://schemas.microsoft.com/office/drawing/2014/main" id="{E109AFA1-C190-E6CF-D819-5DDBF44B5E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68" name="Freeform 6">
              <a:extLst>
                <a:ext uri="{FF2B5EF4-FFF2-40B4-BE49-F238E27FC236}">
                  <a16:creationId xmlns:a16="http://schemas.microsoft.com/office/drawing/2014/main" id="{1969BD4D-0C40-739F-FF6B-4214C2BEBC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69" name="Freeform 7">
              <a:extLst>
                <a:ext uri="{FF2B5EF4-FFF2-40B4-BE49-F238E27FC236}">
                  <a16:creationId xmlns:a16="http://schemas.microsoft.com/office/drawing/2014/main" id="{6DB7C37A-1FE6-9BFA-5E83-3EC0F79497F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0" name="Freeform 8">
              <a:extLst>
                <a:ext uri="{FF2B5EF4-FFF2-40B4-BE49-F238E27FC236}">
                  <a16:creationId xmlns:a16="http://schemas.microsoft.com/office/drawing/2014/main" id="{3AEA624F-19C6-31CA-5CD9-7E42ED68DA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1" name="Freeform 9">
              <a:extLst>
                <a:ext uri="{FF2B5EF4-FFF2-40B4-BE49-F238E27FC236}">
                  <a16:creationId xmlns:a16="http://schemas.microsoft.com/office/drawing/2014/main" id="{ED142D15-3F97-1719-8D74-37D26D1CAA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2" name="Freeform 10">
              <a:extLst>
                <a:ext uri="{FF2B5EF4-FFF2-40B4-BE49-F238E27FC236}">
                  <a16:creationId xmlns:a16="http://schemas.microsoft.com/office/drawing/2014/main" id="{6FEBB0B2-4586-05AB-B4FE-055E54F117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3" name="Oval 11">
              <a:extLst>
                <a:ext uri="{FF2B5EF4-FFF2-40B4-BE49-F238E27FC236}">
                  <a16:creationId xmlns:a16="http://schemas.microsoft.com/office/drawing/2014/main" id="{70877F96-1F23-E1FC-71E9-01EE358F60F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B2584B0-B37E-E020-07A7-BAB961C43514}"/>
              </a:ext>
            </a:extLst>
          </p:cNvPr>
          <p:cNvGrpSpPr/>
          <p:nvPr/>
        </p:nvGrpSpPr>
        <p:grpSpPr>
          <a:xfrm>
            <a:off x="9392771" y="767096"/>
            <a:ext cx="2800816" cy="1898696"/>
            <a:chOff x="9390324" y="767096"/>
            <a:chExt cx="2800087" cy="1898696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9DB8BCA-C082-90D7-926B-C6CF4AF09E1C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accent1"/>
            </a:solidFill>
          </p:grpSpPr>
          <p:sp>
            <p:nvSpPr>
              <p:cNvPr id="46" name="Freeform 5">
                <a:extLst>
                  <a:ext uri="{FF2B5EF4-FFF2-40B4-BE49-F238E27FC236}">
                    <a16:creationId xmlns:a16="http://schemas.microsoft.com/office/drawing/2014/main" id="{752B143C-EA30-88CF-4159-D3220D52439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7" name="Freeform 6">
                <a:extLst>
                  <a:ext uri="{FF2B5EF4-FFF2-40B4-BE49-F238E27FC236}">
                    <a16:creationId xmlns:a16="http://schemas.microsoft.com/office/drawing/2014/main" id="{2BD38F57-84A8-6CE5-5871-808CD68267FD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8" name="Freeform 7">
                <a:extLst>
                  <a:ext uri="{FF2B5EF4-FFF2-40B4-BE49-F238E27FC236}">
                    <a16:creationId xmlns:a16="http://schemas.microsoft.com/office/drawing/2014/main" id="{AA0572EA-FFDA-D8B6-A96C-DF4D0432044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9" name="Freeform 8">
                <a:extLst>
                  <a:ext uri="{FF2B5EF4-FFF2-40B4-BE49-F238E27FC236}">
                    <a16:creationId xmlns:a16="http://schemas.microsoft.com/office/drawing/2014/main" id="{9BA36A6F-FB71-28DB-07CD-B21FF32CAA7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0" name="Freeform 9">
                <a:extLst>
                  <a:ext uri="{FF2B5EF4-FFF2-40B4-BE49-F238E27FC236}">
                    <a16:creationId xmlns:a16="http://schemas.microsoft.com/office/drawing/2014/main" id="{44D95805-4759-1419-A377-A8CF32C8756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1" name="Freeform 10">
                <a:extLst>
                  <a:ext uri="{FF2B5EF4-FFF2-40B4-BE49-F238E27FC236}">
                    <a16:creationId xmlns:a16="http://schemas.microsoft.com/office/drawing/2014/main" id="{2EDA3D6C-6EEF-5BB3-A5FE-991573A77F6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2" name="Freeform 11">
                <a:extLst>
                  <a:ext uri="{FF2B5EF4-FFF2-40B4-BE49-F238E27FC236}">
                    <a16:creationId xmlns:a16="http://schemas.microsoft.com/office/drawing/2014/main" id="{6D486C55-E23B-1872-D405-5DC8D2CA45F3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3" name="Freeform 12">
                <a:extLst>
                  <a:ext uri="{FF2B5EF4-FFF2-40B4-BE49-F238E27FC236}">
                    <a16:creationId xmlns:a16="http://schemas.microsoft.com/office/drawing/2014/main" id="{B6A43306-05AB-DDD0-5F08-A0BE5CD4518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4" name="Freeform 13">
                <a:extLst>
                  <a:ext uri="{FF2B5EF4-FFF2-40B4-BE49-F238E27FC236}">
                    <a16:creationId xmlns:a16="http://schemas.microsoft.com/office/drawing/2014/main" id="{D49034F6-E32B-0A8D-D89B-AA4488391FC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5" name="Freeform 14">
                <a:extLst>
                  <a:ext uri="{FF2B5EF4-FFF2-40B4-BE49-F238E27FC236}">
                    <a16:creationId xmlns:a16="http://schemas.microsoft.com/office/drawing/2014/main" id="{F7F6E1B7-B4ED-1699-C492-0032C5B8242D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6" name="Freeform 15">
                <a:extLst>
                  <a:ext uri="{FF2B5EF4-FFF2-40B4-BE49-F238E27FC236}">
                    <a16:creationId xmlns:a16="http://schemas.microsoft.com/office/drawing/2014/main" id="{114EE99C-9EC5-3C6C-64A0-3764DA0E337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7" name="Freeform 16">
                <a:extLst>
                  <a:ext uri="{FF2B5EF4-FFF2-40B4-BE49-F238E27FC236}">
                    <a16:creationId xmlns:a16="http://schemas.microsoft.com/office/drawing/2014/main" id="{ECCFB330-8F90-459F-B1B5-7717B235054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8" name="Freeform 17">
                <a:extLst>
                  <a:ext uri="{FF2B5EF4-FFF2-40B4-BE49-F238E27FC236}">
                    <a16:creationId xmlns:a16="http://schemas.microsoft.com/office/drawing/2014/main" id="{89A34987-E431-2A93-3D62-912217C1C04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9" name="Rectangle 18">
                <a:extLst>
                  <a:ext uri="{FF2B5EF4-FFF2-40B4-BE49-F238E27FC236}">
                    <a16:creationId xmlns:a16="http://schemas.microsoft.com/office/drawing/2014/main" id="{1F951D7F-BED8-991E-3496-7DA93E8148F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0" name="Freeform 19">
                <a:extLst>
                  <a:ext uri="{FF2B5EF4-FFF2-40B4-BE49-F238E27FC236}">
                    <a16:creationId xmlns:a16="http://schemas.microsoft.com/office/drawing/2014/main" id="{272CCB53-F367-9D8A-5671-D442F70CF858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1" name="Freeform 20">
                <a:extLst>
                  <a:ext uri="{FF2B5EF4-FFF2-40B4-BE49-F238E27FC236}">
                    <a16:creationId xmlns:a16="http://schemas.microsoft.com/office/drawing/2014/main" id="{ECF911E9-8158-C08D-23FE-13CCAFED78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/>
              </a:p>
            </p:txBody>
          </p:sp>
          <p:sp>
            <p:nvSpPr>
              <p:cNvPr id="62" name="Freeform 21">
                <a:extLst>
                  <a:ext uri="{FF2B5EF4-FFF2-40B4-BE49-F238E27FC236}">
                    <a16:creationId xmlns:a16="http://schemas.microsoft.com/office/drawing/2014/main" id="{094B2A0F-EF14-8BE6-B468-54D6F6277E8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3" name="Freeform 22">
                <a:extLst>
                  <a:ext uri="{FF2B5EF4-FFF2-40B4-BE49-F238E27FC236}">
                    <a16:creationId xmlns:a16="http://schemas.microsoft.com/office/drawing/2014/main" id="{BD80DF37-D70A-5EC4-04A2-4E73C4038CB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4" name="Freeform 23">
                <a:extLst>
                  <a:ext uri="{FF2B5EF4-FFF2-40B4-BE49-F238E27FC236}">
                    <a16:creationId xmlns:a16="http://schemas.microsoft.com/office/drawing/2014/main" id="{0D00C6D5-7EC4-0318-A93F-CD6F5C70842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5" name="Freeform 24">
                <a:extLst>
                  <a:ext uri="{FF2B5EF4-FFF2-40B4-BE49-F238E27FC236}">
                    <a16:creationId xmlns:a16="http://schemas.microsoft.com/office/drawing/2014/main" id="{AEB26B91-4BD3-875D-141D-DEA322007DD9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6" name="Freeform 25">
                <a:extLst>
                  <a:ext uri="{FF2B5EF4-FFF2-40B4-BE49-F238E27FC236}">
                    <a16:creationId xmlns:a16="http://schemas.microsoft.com/office/drawing/2014/main" id="{4F49B36A-46DF-8CB3-3466-3A29AEB0F38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7" name="Rectangle 26">
                <a:extLst>
                  <a:ext uri="{FF2B5EF4-FFF2-40B4-BE49-F238E27FC236}">
                    <a16:creationId xmlns:a16="http://schemas.microsoft.com/office/drawing/2014/main" id="{F840654A-F47B-BC37-57E2-0E27690D567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8" name="Rectangle 27">
                <a:extLst>
                  <a:ext uri="{FF2B5EF4-FFF2-40B4-BE49-F238E27FC236}">
                    <a16:creationId xmlns:a16="http://schemas.microsoft.com/office/drawing/2014/main" id="{9ADC6671-2EE5-8226-E787-2FB7A9BBA46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  <p:sp>
          <p:nvSpPr>
            <p:cNvPr id="38" name="Rectangle 28">
              <a:extLst>
                <a:ext uri="{FF2B5EF4-FFF2-40B4-BE49-F238E27FC236}">
                  <a16:creationId xmlns:a16="http://schemas.microsoft.com/office/drawing/2014/main" id="{17537E70-E667-DC44-A43A-E53A50AD305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290A113E-9CD9-B2B2-74CC-01FC73534AA3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40" name="Freeform 29">
                <a:extLst>
                  <a:ext uri="{FF2B5EF4-FFF2-40B4-BE49-F238E27FC236}">
                    <a16:creationId xmlns:a16="http://schemas.microsoft.com/office/drawing/2014/main" id="{60FE0670-46BE-A30C-6A81-3F4ACF4BDA0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1" name="Freeform 30">
                <a:extLst>
                  <a:ext uri="{FF2B5EF4-FFF2-40B4-BE49-F238E27FC236}">
                    <a16:creationId xmlns:a16="http://schemas.microsoft.com/office/drawing/2014/main" id="{6E17D649-B42A-09BD-CF61-B8C1A7112E9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2" name="Freeform 31">
                <a:extLst>
                  <a:ext uri="{FF2B5EF4-FFF2-40B4-BE49-F238E27FC236}">
                    <a16:creationId xmlns:a16="http://schemas.microsoft.com/office/drawing/2014/main" id="{8687873F-7C76-382B-60A8-B49C4C184DB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3" name="Freeform 32">
                <a:extLst>
                  <a:ext uri="{FF2B5EF4-FFF2-40B4-BE49-F238E27FC236}">
                    <a16:creationId xmlns:a16="http://schemas.microsoft.com/office/drawing/2014/main" id="{FBF838FB-60C5-AA46-F549-F323F6F945C5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4" name="Freeform 33">
                <a:extLst>
                  <a:ext uri="{FF2B5EF4-FFF2-40B4-BE49-F238E27FC236}">
                    <a16:creationId xmlns:a16="http://schemas.microsoft.com/office/drawing/2014/main" id="{FA747742-768F-6F28-36C9-B9E27D07E2B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5" name="Freeform 34">
                <a:extLst>
                  <a:ext uri="{FF2B5EF4-FFF2-40B4-BE49-F238E27FC236}">
                    <a16:creationId xmlns:a16="http://schemas.microsoft.com/office/drawing/2014/main" id="{93DF03F5-A85B-C364-024C-8BB97454FB2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23636136"/>
      </p:ext>
    </p:extLst>
  </p:cSld>
  <p:clrMapOvr>
    <a:masterClrMapping/>
  </p:clrMapOvr>
  <p:transition spd="med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7F7FEAA-CD25-31FD-0E8A-E47145F5F9EB}"/>
              </a:ext>
            </a:extLst>
          </p:cNvPr>
          <p:cNvGrpSpPr/>
          <p:nvPr/>
        </p:nvGrpSpPr>
        <p:grpSpPr>
          <a:xfrm>
            <a:off x="9392771" y="767096"/>
            <a:ext cx="2800816" cy="1898696"/>
            <a:chOff x="9390324" y="767096"/>
            <a:chExt cx="2800087" cy="1898696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DBC4C027-8FC0-71EF-963F-3B8A0447C1E8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bg1"/>
            </a:solidFill>
          </p:grpSpPr>
          <p:sp>
            <p:nvSpPr>
              <p:cNvPr id="72" name="Freeform 5">
                <a:extLst>
                  <a:ext uri="{FF2B5EF4-FFF2-40B4-BE49-F238E27FC236}">
                    <a16:creationId xmlns:a16="http://schemas.microsoft.com/office/drawing/2014/main" id="{AC114BA7-B808-0C61-F4C4-498846EB2C1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3" name="Freeform 6">
                <a:extLst>
                  <a:ext uri="{FF2B5EF4-FFF2-40B4-BE49-F238E27FC236}">
                    <a16:creationId xmlns:a16="http://schemas.microsoft.com/office/drawing/2014/main" id="{03055FF5-EB33-F09D-784D-C7AD0188032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4" name="Freeform 7">
                <a:extLst>
                  <a:ext uri="{FF2B5EF4-FFF2-40B4-BE49-F238E27FC236}">
                    <a16:creationId xmlns:a16="http://schemas.microsoft.com/office/drawing/2014/main" id="{EF0C28DE-3EA0-613C-F6F5-A668E5A933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5" name="Freeform 8">
                <a:extLst>
                  <a:ext uri="{FF2B5EF4-FFF2-40B4-BE49-F238E27FC236}">
                    <a16:creationId xmlns:a16="http://schemas.microsoft.com/office/drawing/2014/main" id="{AA3A9144-5E21-1340-D82E-781E8E03088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6" name="Freeform 9">
                <a:extLst>
                  <a:ext uri="{FF2B5EF4-FFF2-40B4-BE49-F238E27FC236}">
                    <a16:creationId xmlns:a16="http://schemas.microsoft.com/office/drawing/2014/main" id="{16E502AF-0487-43AF-00DB-14F962B92CF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7" name="Freeform 10">
                <a:extLst>
                  <a:ext uri="{FF2B5EF4-FFF2-40B4-BE49-F238E27FC236}">
                    <a16:creationId xmlns:a16="http://schemas.microsoft.com/office/drawing/2014/main" id="{0DE8FD0D-C28A-B61F-DFEE-6F90FAD7BFA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8" name="Freeform 11">
                <a:extLst>
                  <a:ext uri="{FF2B5EF4-FFF2-40B4-BE49-F238E27FC236}">
                    <a16:creationId xmlns:a16="http://schemas.microsoft.com/office/drawing/2014/main" id="{F351CFF9-9DD1-E9B5-EE76-334AE5F0349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9" name="Freeform 12">
                <a:extLst>
                  <a:ext uri="{FF2B5EF4-FFF2-40B4-BE49-F238E27FC236}">
                    <a16:creationId xmlns:a16="http://schemas.microsoft.com/office/drawing/2014/main" id="{5CBDFCA1-F27C-774F-EB38-070587A34AB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0" name="Freeform 13">
                <a:extLst>
                  <a:ext uri="{FF2B5EF4-FFF2-40B4-BE49-F238E27FC236}">
                    <a16:creationId xmlns:a16="http://schemas.microsoft.com/office/drawing/2014/main" id="{32C7C41D-9C2F-F9CB-F801-1289ECF5E58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1" name="Freeform 14">
                <a:extLst>
                  <a:ext uri="{FF2B5EF4-FFF2-40B4-BE49-F238E27FC236}">
                    <a16:creationId xmlns:a16="http://schemas.microsoft.com/office/drawing/2014/main" id="{D3D8F53A-7C54-73FF-7202-68AF9530CEF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2" name="Freeform 15">
                <a:extLst>
                  <a:ext uri="{FF2B5EF4-FFF2-40B4-BE49-F238E27FC236}">
                    <a16:creationId xmlns:a16="http://schemas.microsoft.com/office/drawing/2014/main" id="{BD2B90D5-630B-CFC6-CE5B-4A3E778474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3" name="Freeform 16">
                <a:extLst>
                  <a:ext uri="{FF2B5EF4-FFF2-40B4-BE49-F238E27FC236}">
                    <a16:creationId xmlns:a16="http://schemas.microsoft.com/office/drawing/2014/main" id="{44BDC175-2104-E7E3-2519-DA2F92A4A93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4" name="Freeform 17">
                <a:extLst>
                  <a:ext uri="{FF2B5EF4-FFF2-40B4-BE49-F238E27FC236}">
                    <a16:creationId xmlns:a16="http://schemas.microsoft.com/office/drawing/2014/main" id="{E76CB955-2FC2-83C2-AC09-AD01BCCF1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5" name="Rectangle 18">
                <a:extLst>
                  <a:ext uri="{FF2B5EF4-FFF2-40B4-BE49-F238E27FC236}">
                    <a16:creationId xmlns:a16="http://schemas.microsoft.com/office/drawing/2014/main" id="{BB15E459-A560-CBA7-38D2-49EC0DF1798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6" name="Freeform 19">
                <a:extLst>
                  <a:ext uri="{FF2B5EF4-FFF2-40B4-BE49-F238E27FC236}">
                    <a16:creationId xmlns:a16="http://schemas.microsoft.com/office/drawing/2014/main" id="{A894E637-6612-023A-5D26-292EB224BB2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7" name="Freeform 20">
                <a:extLst>
                  <a:ext uri="{FF2B5EF4-FFF2-40B4-BE49-F238E27FC236}">
                    <a16:creationId xmlns:a16="http://schemas.microsoft.com/office/drawing/2014/main" id="{C612BEEF-FFCF-00C7-83E8-3D6CD89DD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8" name="Freeform 21">
                <a:extLst>
                  <a:ext uri="{FF2B5EF4-FFF2-40B4-BE49-F238E27FC236}">
                    <a16:creationId xmlns:a16="http://schemas.microsoft.com/office/drawing/2014/main" id="{535443A8-F420-58B0-6940-C7217CB7D3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9" name="Freeform 22">
                <a:extLst>
                  <a:ext uri="{FF2B5EF4-FFF2-40B4-BE49-F238E27FC236}">
                    <a16:creationId xmlns:a16="http://schemas.microsoft.com/office/drawing/2014/main" id="{D577C4C5-162A-509E-0F90-2D9CF5560B4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0" name="Freeform 23">
                <a:extLst>
                  <a:ext uri="{FF2B5EF4-FFF2-40B4-BE49-F238E27FC236}">
                    <a16:creationId xmlns:a16="http://schemas.microsoft.com/office/drawing/2014/main" id="{9CB671CE-477D-F1B3-6894-F85448189A9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1" name="Freeform 24">
                <a:extLst>
                  <a:ext uri="{FF2B5EF4-FFF2-40B4-BE49-F238E27FC236}">
                    <a16:creationId xmlns:a16="http://schemas.microsoft.com/office/drawing/2014/main" id="{2D545142-881D-002A-830D-2B1960B7F79A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2" name="Freeform 25">
                <a:extLst>
                  <a:ext uri="{FF2B5EF4-FFF2-40B4-BE49-F238E27FC236}">
                    <a16:creationId xmlns:a16="http://schemas.microsoft.com/office/drawing/2014/main" id="{5C959273-267C-8CBA-996C-EC8514CCD7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3" name="Rectangle 26">
                <a:extLst>
                  <a:ext uri="{FF2B5EF4-FFF2-40B4-BE49-F238E27FC236}">
                    <a16:creationId xmlns:a16="http://schemas.microsoft.com/office/drawing/2014/main" id="{2F1B0169-414B-8F53-D204-E4FC9132C39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4" name="Rectangle 27">
                <a:extLst>
                  <a:ext uri="{FF2B5EF4-FFF2-40B4-BE49-F238E27FC236}">
                    <a16:creationId xmlns:a16="http://schemas.microsoft.com/office/drawing/2014/main" id="{FD3CEF0B-9316-CAAF-B811-7977EA0FDC7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  <p:sp>
          <p:nvSpPr>
            <p:cNvPr id="64" name="Rectangle 28">
              <a:extLst>
                <a:ext uri="{FF2B5EF4-FFF2-40B4-BE49-F238E27FC236}">
                  <a16:creationId xmlns:a16="http://schemas.microsoft.com/office/drawing/2014/main" id="{C44969F7-1BF0-A4FA-F4EB-8003272D98C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AB97A83-AA92-5D2A-D89F-2B85130F597F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66" name="Freeform 29">
                <a:extLst>
                  <a:ext uri="{FF2B5EF4-FFF2-40B4-BE49-F238E27FC236}">
                    <a16:creationId xmlns:a16="http://schemas.microsoft.com/office/drawing/2014/main" id="{93913DCE-D7C5-993F-1CBD-D671F4E01A3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7" name="Freeform 30">
                <a:extLst>
                  <a:ext uri="{FF2B5EF4-FFF2-40B4-BE49-F238E27FC236}">
                    <a16:creationId xmlns:a16="http://schemas.microsoft.com/office/drawing/2014/main" id="{6D0A5711-84F8-6852-FC23-C9222B8AB05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8" name="Freeform 31">
                <a:extLst>
                  <a:ext uri="{FF2B5EF4-FFF2-40B4-BE49-F238E27FC236}">
                    <a16:creationId xmlns:a16="http://schemas.microsoft.com/office/drawing/2014/main" id="{185085EF-D1B3-20ED-1267-AC7FAB1644F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9" name="Freeform 32">
                <a:extLst>
                  <a:ext uri="{FF2B5EF4-FFF2-40B4-BE49-F238E27FC236}">
                    <a16:creationId xmlns:a16="http://schemas.microsoft.com/office/drawing/2014/main" id="{8434C32D-C325-1F32-5E19-6C9FC933AC3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0" name="Freeform 33">
                <a:extLst>
                  <a:ext uri="{FF2B5EF4-FFF2-40B4-BE49-F238E27FC236}">
                    <a16:creationId xmlns:a16="http://schemas.microsoft.com/office/drawing/2014/main" id="{A281B950-B57F-4814-65C4-87F843CA0E1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1" name="Freeform 34">
                <a:extLst>
                  <a:ext uri="{FF2B5EF4-FFF2-40B4-BE49-F238E27FC236}">
                    <a16:creationId xmlns:a16="http://schemas.microsoft.com/office/drawing/2014/main" id="{EE465ED6-53DE-A385-42CB-0B5A7547734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20E6808-E70B-FA4B-99F6-1C02BBC16598}"/>
              </a:ext>
            </a:extLst>
          </p:cNvPr>
          <p:cNvGrpSpPr/>
          <p:nvPr/>
        </p:nvGrpSpPr>
        <p:grpSpPr>
          <a:xfrm>
            <a:off x="1539348" y="3561908"/>
            <a:ext cx="7853422" cy="1769127"/>
            <a:chOff x="541049" y="2649538"/>
            <a:chExt cx="9285724" cy="2092325"/>
          </a:xfrm>
          <a:solidFill>
            <a:schemeClr val="bg1"/>
          </a:solidFill>
        </p:grpSpPr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4C297CEF-136F-B1B7-09B1-55E4D7563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4" name="Freeform 6">
              <a:extLst>
                <a:ext uri="{FF2B5EF4-FFF2-40B4-BE49-F238E27FC236}">
                  <a16:creationId xmlns:a16="http://schemas.microsoft.com/office/drawing/2014/main" id="{622BAF6B-1742-15FD-B0EB-40B8C3DC11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788B3367-A4C9-CCD9-A688-1D2826A4B0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3" name="Freeform 8">
              <a:extLst>
                <a:ext uri="{FF2B5EF4-FFF2-40B4-BE49-F238E27FC236}">
                  <a16:creationId xmlns:a16="http://schemas.microsoft.com/office/drawing/2014/main" id="{E75C15B3-8177-7E6B-C4A7-1B9D3FB9D0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4" name="Freeform 9">
              <a:extLst>
                <a:ext uri="{FF2B5EF4-FFF2-40B4-BE49-F238E27FC236}">
                  <a16:creationId xmlns:a16="http://schemas.microsoft.com/office/drawing/2014/main" id="{AA27F0F6-EBAD-77B3-0964-617F5FC5A0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5" name="Freeform 10">
              <a:extLst>
                <a:ext uri="{FF2B5EF4-FFF2-40B4-BE49-F238E27FC236}">
                  <a16:creationId xmlns:a16="http://schemas.microsoft.com/office/drawing/2014/main" id="{0D449E32-BCCB-5FA7-37E4-30FF7569B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6" name="Oval 11">
              <a:extLst>
                <a:ext uri="{FF2B5EF4-FFF2-40B4-BE49-F238E27FC236}">
                  <a16:creationId xmlns:a16="http://schemas.microsoft.com/office/drawing/2014/main" id="{DF4FD3AA-2A1C-04CA-7759-A7926327B4A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679728352"/>
      </p:ext>
    </p:extLst>
  </p:cSld>
  <p:clrMapOvr>
    <a:masterClrMapping/>
  </p:clrMapOvr>
  <p:transition spd="med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27660"/>
            <a:ext cx="9914678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200" b="1" kern="1200" cap="none" spc="-15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幻灯片</a:t>
            </a:r>
            <a:br>
              <a:rPr lang="zh-CN" altLang="en-US" dirty="0"/>
            </a:br>
            <a:r>
              <a:rPr lang="zh-CN" altLang="en-US" dirty="0"/>
              <a:t>演示标题</a:t>
            </a:r>
            <a:br>
              <a:rPr lang="zh-CN" altLang="en-US" dirty="0"/>
            </a:br>
            <a:r>
              <a:rPr lang="zh-CN" altLang="en-US" dirty="0"/>
              <a:t>区域</a:t>
            </a:r>
            <a:endParaRPr lang="en-US" dirty="0"/>
          </a:p>
        </p:txBody>
      </p:sp>
      <p:sp>
        <p:nvSpPr>
          <p:cNvPr id="5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ts val="27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主讲人姓名 </a:t>
            </a:r>
            <a:r>
              <a:rPr lang="en-US" altLang="zh-CN" dirty="0"/>
              <a:t>| </a:t>
            </a:r>
            <a:r>
              <a:rPr lang="zh-CN" altLang="en-US" dirty="0"/>
              <a:t>日期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0529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6BD304-FAC7-4023-9B54-8984F7387559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10152631" y="2542790"/>
            <a:ext cx="3058160" cy="1020580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BBDE3D-E4E2-42E5-9F26-00C1500EFD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27C222CE-31C9-4AE2-A9DE-A34ECC37F0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710DBB3B-7FB8-4ACB-8FA4-3F2A105B9B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3E443DA7-CC51-4460-98C4-193A73750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E1BCDB13-2B5A-46EC-B1D6-C526DEAA84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EDDE8EA-BE8E-4066-AB4A-21CD274354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F442D16-F34F-4D4E-A65A-8C3BC17F2F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50529" y="762000"/>
            <a:ext cx="3942091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rgbClr val="4D144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087229847"/>
      </p:ext>
    </p:extLst>
  </p:cSld>
  <p:clrMapOvr>
    <a:masterClrMapping/>
  </p:clrMapOvr>
  <p:transition spd="med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24000"/>
            <a:ext cx="9914678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2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幻灯片</a:t>
            </a:r>
            <a:br>
              <a:rPr lang="zh-CN" altLang="en-US" dirty="0"/>
            </a:br>
            <a:r>
              <a:rPr lang="zh-CN" altLang="en-US" dirty="0"/>
              <a:t>演示标题</a:t>
            </a:r>
            <a:br>
              <a:rPr lang="zh-CN" altLang="en-US" dirty="0"/>
            </a:br>
            <a:r>
              <a:rPr lang="zh-CN" altLang="en-US" dirty="0"/>
              <a:t>区域</a:t>
            </a:r>
            <a:endParaRPr lang="en-US" dirty="0"/>
          </a:p>
        </p:txBody>
      </p:sp>
      <p:sp>
        <p:nvSpPr>
          <p:cNvPr id="5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ts val="27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主讲人姓名 </a:t>
            </a:r>
            <a:r>
              <a:rPr lang="en-US" altLang="zh-CN" dirty="0"/>
              <a:t>| </a:t>
            </a:r>
            <a:r>
              <a:rPr lang="zh-CN" altLang="en-US" dirty="0"/>
              <a:t>日期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10152631" y="2542790"/>
            <a:ext cx="3058160" cy="1020580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158C3A6B-F5BB-E37E-DB3D-C1ABEA07F2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1" name="Freeform 8">
              <a:extLst>
                <a:ext uri="{FF2B5EF4-FFF2-40B4-BE49-F238E27FC236}">
                  <a16:creationId xmlns:a16="http://schemas.microsoft.com/office/drawing/2014/main" id="{A56AE87F-217D-4207-F227-987A2E7FEB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D65BCC2D-74A9-8E37-6BBC-33B74966DA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BA8558ED-E4BF-D888-EF3B-A311AFE8C4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AFF1776F-9DBA-D51E-8F71-E1FB30D767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820D6E3B-9704-EBDF-9D0D-A571A36CB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50529" y="762000"/>
            <a:ext cx="3942091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375F64-E651-1A0A-ABF1-9C38BA663F9F}"/>
              </a:ext>
            </a:extLst>
          </p:cNvPr>
          <p:cNvSpPr txBox="1"/>
          <p:nvPr/>
        </p:nvSpPr>
        <p:spPr>
          <a:xfrm>
            <a:off x="750529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792466937"/>
      </p:ext>
    </p:extLst>
  </p:cSld>
  <p:clrMapOvr>
    <a:masterClrMapping/>
  </p:clrMapOvr>
  <p:transition spd="med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89C3EB64-A851-71DD-8882-1FDB7C2E99CB}"/>
              </a:ext>
            </a:extLst>
          </p:cNvPr>
          <p:cNvSpPr txBox="1"/>
          <p:nvPr/>
        </p:nvSpPr>
        <p:spPr>
          <a:xfrm>
            <a:off x="1603772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4C2BE-620B-6B7D-1426-F9CB0B9DB688}"/>
              </a:ext>
            </a:extLst>
          </p:cNvPr>
          <p:cNvGrpSpPr>
            <a:grpSpLocks noChangeAspect="1"/>
          </p:cNvGrpSpPr>
          <p:nvPr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002FA1-87AB-10E7-DF14-BCD2904245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FC16D85-BEED-1820-DFF9-5D8B0AACAC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1F2566FE-64C0-16F6-945D-2961668799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D3B60C47-FE53-B519-B5B0-91907EAADB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51BD7309-4598-0B4D-F955-25A4778655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3AB317A1-606F-084E-CD32-A64A53D259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3ECEF077-D5E5-A906-C26A-748935BA5E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8" y="1549492"/>
            <a:ext cx="6265272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ts val="5700"/>
              </a:lnSpc>
              <a:spcBef>
                <a:spcPct val="0"/>
              </a:spcBef>
              <a:buNone/>
              <a:defRPr lang="en-US" sz="5400" b="1" kern="1200" cap="none" spc="-15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章节标题区域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528" y="4328650"/>
            <a:ext cx="6265272" cy="34624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ts val="2700"/>
              </a:lnSpc>
              <a:spcBef>
                <a:spcPts val="0"/>
              </a:spcBef>
              <a:buNone/>
              <a:defRPr sz="24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副标题区域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2F89-ADF9-0A52-8877-914CA372E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8241249"/>
      </p:ext>
    </p:extLst>
  </p:cSld>
  <p:clrMapOvr>
    <a:masterClrMapping/>
  </p:clrMapOvr>
  <p:transition spd="med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C50D814F-EE5B-C084-7424-D39C0DE54FF7}"/>
              </a:ext>
            </a:extLst>
          </p:cNvPr>
          <p:cNvSpPr txBox="1"/>
          <p:nvPr/>
        </p:nvSpPr>
        <p:spPr>
          <a:xfrm>
            <a:off x="1603772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498D60-2F6C-6ADE-BB9A-D957660E0731}"/>
              </a:ext>
            </a:extLst>
          </p:cNvPr>
          <p:cNvGrpSpPr>
            <a:grpSpLocks noChangeAspect="1"/>
          </p:cNvGrpSpPr>
          <p:nvPr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414641-DA5A-BDF2-889C-1430A63E35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6CAA72E6-FAE3-6740-34C0-7A08091254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0EE70422-5E10-8634-79CC-15428116CD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F9B9866C-878A-3BAE-D601-6317EEEB78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20DD7C9B-A88C-7ECB-27AE-CB4579CDB9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084B2859-A58F-9171-5328-94CFD162F5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DC1829C2-6CD9-FE35-3F45-EEC10E2F16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49492"/>
            <a:ext cx="6265272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ts val="5700"/>
              </a:lnSpc>
              <a:spcBef>
                <a:spcPct val="0"/>
              </a:spcBef>
              <a:buNone/>
              <a:defRPr lang="en-US" sz="54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章节标题区域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529" y="4328650"/>
            <a:ext cx="6265272" cy="346249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lnSpc>
                <a:spcPts val="2700"/>
              </a:lnSpc>
              <a:spcBef>
                <a:spcPts val="0"/>
              </a:spcBef>
              <a:buNone/>
              <a:defRPr sz="2400" spc="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副标题区域 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1CC465-FDF1-C0A2-5A83-FB03B2F0F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3344073"/>
      </p:ext>
    </p:extLst>
  </p:cSld>
  <p:clrMapOvr>
    <a:masterClrMapping/>
  </p:clrMapOvr>
  <p:transition spd="med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A0C0A2-1C95-CF60-15E7-57B445A899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4186424"/>
      </p:ext>
    </p:extLst>
  </p:cSld>
  <p:clrMapOvr>
    <a:masterClrMapping/>
  </p:clrMapOvr>
  <p:transition spd="med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45D89D-54AB-A7D6-4141-95E6B3C369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541839"/>
      </p:ext>
    </p:extLst>
  </p:cSld>
  <p:clrMapOvr>
    <a:masterClrMapping/>
  </p:clrMapOvr>
  <p:transition spd="med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Sub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5B6443-4299-282C-565B-68E5F97027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1387443"/>
      </p:ext>
    </p:extLst>
  </p:cSld>
  <p:clrMapOvr>
    <a:masterClrMapping/>
  </p:clrMapOvr>
  <p:transition spd="med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Sub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altLang="zh-CN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296FD5-38BC-1E97-5513-17F333DF59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8610525"/>
      </p:ext>
    </p:extLst>
  </p:cSld>
  <p:clrMapOvr>
    <a:masterClrMapping/>
  </p:clrMapOvr>
  <p:transition spd="med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8880"/>
            <a:ext cx="1067382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C5559F-D4D6-DA53-A720-07C2A2D68F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915297"/>
      </p:ext>
    </p:extLst>
  </p:cSld>
  <p:clrMapOvr>
    <a:masterClrMapping/>
  </p:clrMapOvr>
  <p:transition spd="med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2" y="1308880"/>
            <a:ext cx="1067077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190EFC-69A6-D92C-008E-75B891AE7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2292903"/>
      </p:ext>
    </p:extLst>
  </p:cSld>
  <p:clrMapOvr>
    <a:masterClrMapping/>
  </p:clrMapOvr>
  <p:transition spd="med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Subtitl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749388"/>
            <a:ext cx="1067382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altLang="zh-CN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7BD319-CE6A-C56C-FAF4-F7D3C4B20C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7916503"/>
      </p:ext>
    </p:extLst>
  </p:cSld>
  <p:clrMapOvr>
    <a:masterClrMapping/>
  </p:clrMapOvr>
  <p:transition spd="med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Subtitle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749389"/>
            <a:ext cx="1067382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altLang="zh-CN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F390D5-FAC3-3E07-D977-2FACDFA7E8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3495929"/>
      </p:ext>
    </p:extLst>
  </p:cSld>
  <p:clrMapOvr>
    <a:masterClrMapping/>
  </p:clrMapOvr>
  <p:transition spd="med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307593"/>
            <a:ext cx="5070324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4" hasCustomPrompt="1"/>
          </p:nvPr>
        </p:nvSpPr>
        <p:spPr bwMode="gray">
          <a:xfrm>
            <a:off x="6340962" y="1307593"/>
            <a:ext cx="506709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FE5186-E704-46DB-A234-0339427F82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0889532"/>
      </p:ext>
    </p:extLst>
  </p:cSld>
  <p:clrMapOvr>
    <a:masterClrMapping/>
  </p:clrMapOvr>
  <p:transition spd="med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307594"/>
            <a:ext cx="5070324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4" hasCustomPrompt="1"/>
          </p:nvPr>
        </p:nvSpPr>
        <p:spPr bwMode="gray">
          <a:xfrm>
            <a:off x="6340962" y="1307594"/>
            <a:ext cx="506709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D52F52-4191-E70A-A15D-3F4D0CF0AA2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0032670"/>
      </p:ext>
    </p:extLst>
  </p:cSld>
  <p:clrMapOvr>
    <a:masterClrMapping/>
  </p:clrMapOvr>
  <p:transition spd="med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4378398" y="1307594"/>
            <a:ext cx="3344059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8017903" y="1307594"/>
            <a:ext cx="341653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61C74C-45BE-3DE8-0DFD-4B97D814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3574798"/>
      </p:ext>
    </p:extLst>
  </p:cSld>
  <p:clrMapOvr>
    <a:masterClrMapping/>
  </p:clrMapOvr>
  <p:transition spd="med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ree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4378399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8017903" y="1307594"/>
            <a:ext cx="341653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92B045-EC23-B30D-E716-8FEBB279E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8186787"/>
      </p:ext>
    </p:extLst>
  </p:cSld>
  <p:clrMapOvr>
    <a:masterClrMapping/>
  </p:clrMapOvr>
  <p:transition spd="med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5725006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3"/>
            <a:ext cx="572500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8199" y="0"/>
            <a:ext cx="53338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F3C117-A202-AC1A-30DA-A95049B267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6738509"/>
      </p:ext>
    </p:extLst>
  </p:cSld>
  <p:clrMapOvr>
    <a:masterClrMapping/>
  </p:clrMapOvr>
  <p:transition spd="med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/Imag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5725006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3"/>
            <a:ext cx="5725006" cy="491958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8199" y="0"/>
            <a:ext cx="53338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E7426-E0FB-DA60-E1E0-A41FD9009F5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9530732"/>
      </p:ext>
    </p:extLst>
  </p:cSld>
  <p:clrMapOvr>
    <a:masterClrMapping/>
  </p:clrMapOvr>
  <p:transition spd="med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+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" y="0"/>
            <a:ext cx="4062849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C9E4313D-4BB5-4FBE-BED7-2E337B7C6B9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672569" y="6400800"/>
            <a:ext cx="439026" cy="155448"/>
          </a:xfrm>
        </p:spPr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1CFF5BD6-17CC-00C1-ADCF-B04D6703F62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71604" y="0"/>
            <a:ext cx="7620396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1A0E3B-4CFE-F883-3C78-D9A6BE41AE0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0610" y="995010"/>
            <a:ext cx="3428016" cy="1436465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3800" b="1" strike="noStrike" spc="-15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zh-CN" altLang="en-US" dirty="0"/>
              <a:t>单击文本框</a:t>
            </a:r>
            <a:endParaRPr lang="en-US" altLang="zh-CN" dirty="0"/>
          </a:p>
          <a:p>
            <a:pPr lvl="0"/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5F96A18-152F-7D42-F172-C8D7F6B28F2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2815936"/>
            <a:ext cx="3428016" cy="3280064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833898"/>
      </p:ext>
    </p:extLst>
  </p:cSld>
  <p:clrMapOvr>
    <a:masterClrMapping/>
  </p:clrMapOvr>
  <p:transition spd="med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hoto + Statement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" y="0"/>
            <a:ext cx="4062849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571604" y="0"/>
            <a:ext cx="7620396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182470-3621-1323-235D-7DBA176E68E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C11FB6FD-7B80-D920-2B92-D358B18446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0610" y="995010"/>
            <a:ext cx="3428016" cy="1436465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3800" b="1" strike="noStrike" spc="-15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zh-CN" altLang="en-US" dirty="0"/>
              <a:t>单击文本框</a:t>
            </a:r>
            <a:endParaRPr lang="en-US" altLang="zh-CN" dirty="0"/>
          </a:p>
          <a:p>
            <a:pPr lvl="0"/>
            <a:r>
              <a:rPr lang="zh-CN" altLang="en-US" dirty="0"/>
              <a:t>添加标题</a:t>
            </a:r>
            <a:endParaRPr lang="en-US" altLang="zh-CN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F150789-C64C-B456-4B9A-24AED7315FB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2815936"/>
            <a:ext cx="3428016" cy="3280064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20206"/>
      </p:ext>
    </p:extLst>
  </p:cSld>
  <p:clrMapOvr>
    <a:masterClrMapping/>
  </p:clrMapOvr>
  <p:transition spd="med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611" y="1863188"/>
            <a:ext cx="10670779" cy="3131627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ts val="7900"/>
              </a:lnSpc>
              <a:spcBef>
                <a:spcPts val="0"/>
              </a:spcBef>
              <a:buNone/>
              <a:defRPr sz="7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494" indent="0">
              <a:buNone/>
              <a:defRPr/>
            </a:lvl2pPr>
          </a:lstStyle>
          <a:p>
            <a:pPr lvl="0"/>
            <a:r>
              <a:rPr lang="zh-CN" altLang="en-US" dirty="0"/>
              <a:t>点击此处添加</a:t>
            </a:r>
            <a:endParaRPr lang="en-US" altLang="zh-CN" dirty="0"/>
          </a:p>
          <a:p>
            <a:pPr lvl="0"/>
            <a:r>
              <a:rPr lang="zh-CN" altLang="en-US" dirty="0"/>
              <a:t>重要的想法、声明</a:t>
            </a:r>
            <a:endParaRPr lang="en-US" altLang="zh-CN" dirty="0"/>
          </a:p>
          <a:p>
            <a:pPr lvl="0"/>
            <a:r>
              <a:rPr lang="zh-CN" altLang="en-US" dirty="0"/>
              <a:t>或主题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33945563"/>
      </p:ext>
    </p:extLst>
  </p:cSld>
  <p:clrMapOvr>
    <a:masterClrMapping/>
  </p:clrMapOvr>
  <p:transition spd="med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/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5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 hasCustomPrompt="1"/>
          </p:nvPr>
        </p:nvSpPr>
        <p:spPr bwMode="gray">
          <a:xfrm>
            <a:off x="6858198" y="1307593"/>
            <a:ext cx="4573192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8198" y="442528"/>
            <a:ext cx="4573192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FBC96C-E04F-90E6-1BBE-C65ECD6E5C1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4426300"/>
      </p:ext>
    </p:extLst>
  </p:cSld>
  <p:clrMapOvr>
    <a:masterClrMapping/>
  </p:clrMapOvr>
  <p:transition spd="med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/ Produc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5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 hasCustomPrompt="1"/>
          </p:nvPr>
        </p:nvSpPr>
        <p:spPr bwMode="gray">
          <a:xfrm>
            <a:off x="6858200" y="1307592"/>
            <a:ext cx="4573191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8199" y="442529"/>
            <a:ext cx="4573192" cy="42319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A84DA8-2577-7EF4-6122-06E4DEEB80A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2716693"/>
      </p:ext>
    </p:extLst>
  </p:cSld>
  <p:clrMapOvr>
    <a:masterClrMapping/>
  </p:clrMapOvr>
  <p:transition spd="med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9"/>
            <a:ext cx="10673829" cy="42319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612" y="1524000"/>
            <a:ext cx="10670779" cy="4572000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000" baseline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点击此图标创建图标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E9C038-E754-006F-B382-D714EB9495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6163055"/>
      </p:ext>
    </p:extLst>
  </p:cSld>
  <p:clrMapOvr>
    <a:masterClrMapping/>
  </p:clrMapOvr>
  <p:transition spd="med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rt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612" y="1524000"/>
            <a:ext cx="10670779" cy="4572001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0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点击此图标创建图标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222CEF-FCD3-E840-7AE1-E900A5D59C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7590566"/>
      </p:ext>
    </p:extLst>
  </p:cSld>
  <p:clrMapOvr>
    <a:masterClrMapping/>
  </p:clrMapOvr>
  <p:transition spd="med"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2E9409-35B8-57EB-2941-154C5CA02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2922394"/>
      </p:ext>
    </p:extLst>
  </p:cSld>
  <p:clrMapOvr>
    <a:masterClrMapping/>
  </p:clrMapOvr>
  <p:transition spd="med"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94B782-D6B1-E164-080E-40821B7DAF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489997"/>
      </p:ext>
    </p:extLst>
  </p:cSld>
  <p:clrMapOvr>
    <a:masterClrMapping/>
  </p:clrMapOvr>
  <p:transition spd="med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165">
            <a:extLst>
              <a:ext uri="{FF2B5EF4-FFF2-40B4-BE49-F238E27FC236}">
                <a16:creationId xmlns:a16="http://schemas.microsoft.com/office/drawing/2014/main" id="{45DF6D6F-9C39-7C31-64D4-4BCE9C9CA5D6}"/>
              </a:ext>
            </a:extLst>
          </p:cNvPr>
          <p:cNvGrpSpPr/>
          <p:nvPr/>
        </p:nvGrpSpPr>
        <p:grpSpPr>
          <a:xfrm>
            <a:off x="1539348" y="3561908"/>
            <a:ext cx="7853422" cy="1769127"/>
            <a:chOff x="541049" y="2649538"/>
            <a:chExt cx="9285724" cy="2092325"/>
          </a:xfrm>
          <a:solidFill>
            <a:srgbClr val="4D144A"/>
          </a:solidFill>
        </p:grpSpPr>
        <p:sp>
          <p:nvSpPr>
            <p:cNvPr id="167" name="Freeform 5">
              <a:extLst>
                <a:ext uri="{FF2B5EF4-FFF2-40B4-BE49-F238E27FC236}">
                  <a16:creationId xmlns:a16="http://schemas.microsoft.com/office/drawing/2014/main" id="{E109AFA1-C190-E6CF-D819-5DDBF44B5E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68" name="Freeform 6">
              <a:extLst>
                <a:ext uri="{FF2B5EF4-FFF2-40B4-BE49-F238E27FC236}">
                  <a16:creationId xmlns:a16="http://schemas.microsoft.com/office/drawing/2014/main" id="{1969BD4D-0C40-739F-FF6B-4214C2BEBC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69" name="Freeform 7">
              <a:extLst>
                <a:ext uri="{FF2B5EF4-FFF2-40B4-BE49-F238E27FC236}">
                  <a16:creationId xmlns:a16="http://schemas.microsoft.com/office/drawing/2014/main" id="{6DB7C37A-1FE6-9BFA-5E83-3EC0F79497F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0" name="Freeform 8">
              <a:extLst>
                <a:ext uri="{FF2B5EF4-FFF2-40B4-BE49-F238E27FC236}">
                  <a16:creationId xmlns:a16="http://schemas.microsoft.com/office/drawing/2014/main" id="{3AEA624F-19C6-31CA-5CD9-7E42ED68DA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1" name="Freeform 9">
              <a:extLst>
                <a:ext uri="{FF2B5EF4-FFF2-40B4-BE49-F238E27FC236}">
                  <a16:creationId xmlns:a16="http://schemas.microsoft.com/office/drawing/2014/main" id="{ED142D15-3F97-1719-8D74-37D26D1CAA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2" name="Freeform 10">
              <a:extLst>
                <a:ext uri="{FF2B5EF4-FFF2-40B4-BE49-F238E27FC236}">
                  <a16:creationId xmlns:a16="http://schemas.microsoft.com/office/drawing/2014/main" id="{6FEBB0B2-4586-05AB-B4FE-055E54F117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3" name="Oval 11">
              <a:extLst>
                <a:ext uri="{FF2B5EF4-FFF2-40B4-BE49-F238E27FC236}">
                  <a16:creationId xmlns:a16="http://schemas.microsoft.com/office/drawing/2014/main" id="{70877F96-1F23-E1FC-71E9-01EE358F60F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B2584B0-B37E-E020-07A7-BAB961C43514}"/>
              </a:ext>
            </a:extLst>
          </p:cNvPr>
          <p:cNvGrpSpPr/>
          <p:nvPr/>
        </p:nvGrpSpPr>
        <p:grpSpPr>
          <a:xfrm>
            <a:off x="9392771" y="767096"/>
            <a:ext cx="2800816" cy="1898696"/>
            <a:chOff x="9390324" y="767096"/>
            <a:chExt cx="2800087" cy="1898696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9DB8BCA-C082-90D7-926B-C6CF4AF09E1C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accent1"/>
            </a:solidFill>
          </p:grpSpPr>
          <p:sp>
            <p:nvSpPr>
              <p:cNvPr id="46" name="Freeform 5">
                <a:extLst>
                  <a:ext uri="{FF2B5EF4-FFF2-40B4-BE49-F238E27FC236}">
                    <a16:creationId xmlns:a16="http://schemas.microsoft.com/office/drawing/2014/main" id="{752B143C-EA30-88CF-4159-D3220D52439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7" name="Freeform 6">
                <a:extLst>
                  <a:ext uri="{FF2B5EF4-FFF2-40B4-BE49-F238E27FC236}">
                    <a16:creationId xmlns:a16="http://schemas.microsoft.com/office/drawing/2014/main" id="{2BD38F57-84A8-6CE5-5871-808CD68267FD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8" name="Freeform 7">
                <a:extLst>
                  <a:ext uri="{FF2B5EF4-FFF2-40B4-BE49-F238E27FC236}">
                    <a16:creationId xmlns:a16="http://schemas.microsoft.com/office/drawing/2014/main" id="{AA0572EA-FFDA-D8B6-A96C-DF4D0432044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9" name="Freeform 8">
                <a:extLst>
                  <a:ext uri="{FF2B5EF4-FFF2-40B4-BE49-F238E27FC236}">
                    <a16:creationId xmlns:a16="http://schemas.microsoft.com/office/drawing/2014/main" id="{9BA36A6F-FB71-28DB-07CD-B21FF32CAA7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0" name="Freeform 9">
                <a:extLst>
                  <a:ext uri="{FF2B5EF4-FFF2-40B4-BE49-F238E27FC236}">
                    <a16:creationId xmlns:a16="http://schemas.microsoft.com/office/drawing/2014/main" id="{44D95805-4759-1419-A377-A8CF32C8756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1" name="Freeform 10">
                <a:extLst>
                  <a:ext uri="{FF2B5EF4-FFF2-40B4-BE49-F238E27FC236}">
                    <a16:creationId xmlns:a16="http://schemas.microsoft.com/office/drawing/2014/main" id="{2EDA3D6C-6EEF-5BB3-A5FE-991573A77F6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2" name="Freeform 11">
                <a:extLst>
                  <a:ext uri="{FF2B5EF4-FFF2-40B4-BE49-F238E27FC236}">
                    <a16:creationId xmlns:a16="http://schemas.microsoft.com/office/drawing/2014/main" id="{6D486C55-E23B-1872-D405-5DC8D2CA45F3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3" name="Freeform 12">
                <a:extLst>
                  <a:ext uri="{FF2B5EF4-FFF2-40B4-BE49-F238E27FC236}">
                    <a16:creationId xmlns:a16="http://schemas.microsoft.com/office/drawing/2014/main" id="{B6A43306-05AB-DDD0-5F08-A0BE5CD4518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4" name="Freeform 13">
                <a:extLst>
                  <a:ext uri="{FF2B5EF4-FFF2-40B4-BE49-F238E27FC236}">
                    <a16:creationId xmlns:a16="http://schemas.microsoft.com/office/drawing/2014/main" id="{D49034F6-E32B-0A8D-D89B-AA4488391FC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5" name="Freeform 14">
                <a:extLst>
                  <a:ext uri="{FF2B5EF4-FFF2-40B4-BE49-F238E27FC236}">
                    <a16:creationId xmlns:a16="http://schemas.microsoft.com/office/drawing/2014/main" id="{F7F6E1B7-B4ED-1699-C492-0032C5B8242D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6" name="Freeform 15">
                <a:extLst>
                  <a:ext uri="{FF2B5EF4-FFF2-40B4-BE49-F238E27FC236}">
                    <a16:creationId xmlns:a16="http://schemas.microsoft.com/office/drawing/2014/main" id="{114EE99C-9EC5-3C6C-64A0-3764DA0E337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7" name="Freeform 16">
                <a:extLst>
                  <a:ext uri="{FF2B5EF4-FFF2-40B4-BE49-F238E27FC236}">
                    <a16:creationId xmlns:a16="http://schemas.microsoft.com/office/drawing/2014/main" id="{ECCFB330-8F90-459F-B1B5-7717B235054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8" name="Freeform 17">
                <a:extLst>
                  <a:ext uri="{FF2B5EF4-FFF2-40B4-BE49-F238E27FC236}">
                    <a16:creationId xmlns:a16="http://schemas.microsoft.com/office/drawing/2014/main" id="{89A34987-E431-2A93-3D62-912217C1C04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9" name="Rectangle 18">
                <a:extLst>
                  <a:ext uri="{FF2B5EF4-FFF2-40B4-BE49-F238E27FC236}">
                    <a16:creationId xmlns:a16="http://schemas.microsoft.com/office/drawing/2014/main" id="{1F951D7F-BED8-991E-3496-7DA93E8148F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0" name="Freeform 19">
                <a:extLst>
                  <a:ext uri="{FF2B5EF4-FFF2-40B4-BE49-F238E27FC236}">
                    <a16:creationId xmlns:a16="http://schemas.microsoft.com/office/drawing/2014/main" id="{272CCB53-F367-9D8A-5671-D442F70CF858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1" name="Freeform 20">
                <a:extLst>
                  <a:ext uri="{FF2B5EF4-FFF2-40B4-BE49-F238E27FC236}">
                    <a16:creationId xmlns:a16="http://schemas.microsoft.com/office/drawing/2014/main" id="{ECF911E9-8158-C08D-23FE-13CCAFED78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/>
              </a:p>
            </p:txBody>
          </p:sp>
          <p:sp>
            <p:nvSpPr>
              <p:cNvPr id="62" name="Freeform 21">
                <a:extLst>
                  <a:ext uri="{FF2B5EF4-FFF2-40B4-BE49-F238E27FC236}">
                    <a16:creationId xmlns:a16="http://schemas.microsoft.com/office/drawing/2014/main" id="{094B2A0F-EF14-8BE6-B468-54D6F6277E8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3" name="Freeform 22">
                <a:extLst>
                  <a:ext uri="{FF2B5EF4-FFF2-40B4-BE49-F238E27FC236}">
                    <a16:creationId xmlns:a16="http://schemas.microsoft.com/office/drawing/2014/main" id="{BD80DF37-D70A-5EC4-04A2-4E73C4038CB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4" name="Freeform 23">
                <a:extLst>
                  <a:ext uri="{FF2B5EF4-FFF2-40B4-BE49-F238E27FC236}">
                    <a16:creationId xmlns:a16="http://schemas.microsoft.com/office/drawing/2014/main" id="{0D00C6D5-7EC4-0318-A93F-CD6F5C70842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5" name="Freeform 24">
                <a:extLst>
                  <a:ext uri="{FF2B5EF4-FFF2-40B4-BE49-F238E27FC236}">
                    <a16:creationId xmlns:a16="http://schemas.microsoft.com/office/drawing/2014/main" id="{AEB26B91-4BD3-875D-141D-DEA322007DD9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6" name="Freeform 25">
                <a:extLst>
                  <a:ext uri="{FF2B5EF4-FFF2-40B4-BE49-F238E27FC236}">
                    <a16:creationId xmlns:a16="http://schemas.microsoft.com/office/drawing/2014/main" id="{4F49B36A-46DF-8CB3-3466-3A29AEB0F38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7" name="Rectangle 26">
                <a:extLst>
                  <a:ext uri="{FF2B5EF4-FFF2-40B4-BE49-F238E27FC236}">
                    <a16:creationId xmlns:a16="http://schemas.microsoft.com/office/drawing/2014/main" id="{F840654A-F47B-BC37-57E2-0E27690D567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8" name="Rectangle 27">
                <a:extLst>
                  <a:ext uri="{FF2B5EF4-FFF2-40B4-BE49-F238E27FC236}">
                    <a16:creationId xmlns:a16="http://schemas.microsoft.com/office/drawing/2014/main" id="{9ADC6671-2EE5-8226-E787-2FB7A9BBA46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  <p:sp>
          <p:nvSpPr>
            <p:cNvPr id="38" name="Rectangle 28">
              <a:extLst>
                <a:ext uri="{FF2B5EF4-FFF2-40B4-BE49-F238E27FC236}">
                  <a16:creationId xmlns:a16="http://schemas.microsoft.com/office/drawing/2014/main" id="{17537E70-E667-DC44-A43A-E53A50AD305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290A113E-9CD9-B2B2-74CC-01FC73534AA3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40" name="Freeform 29">
                <a:extLst>
                  <a:ext uri="{FF2B5EF4-FFF2-40B4-BE49-F238E27FC236}">
                    <a16:creationId xmlns:a16="http://schemas.microsoft.com/office/drawing/2014/main" id="{60FE0670-46BE-A30C-6A81-3F4ACF4BDA0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1" name="Freeform 30">
                <a:extLst>
                  <a:ext uri="{FF2B5EF4-FFF2-40B4-BE49-F238E27FC236}">
                    <a16:creationId xmlns:a16="http://schemas.microsoft.com/office/drawing/2014/main" id="{6E17D649-B42A-09BD-CF61-B8C1A7112E9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2" name="Freeform 31">
                <a:extLst>
                  <a:ext uri="{FF2B5EF4-FFF2-40B4-BE49-F238E27FC236}">
                    <a16:creationId xmlns:a16="http://schemas.microsoft.com/office/drawing/2014/main" id="{8687873F-7C76-382B-60A8-B49C4C184DB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3" name="Freeform 32">
                <a:extLst>
                  <a:ext uri="{FF2B5EF4-FFF2-40B4-BE49-F238E27FC236}">
                    <a16:creationId xmlns:a16="http://schemas.microsoft.com/office/drawing/2014/main" id="{FBF838FB-60C5-AA46-F549-F323F6F945C5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4" name="Freeform 33">
                <a:extLst>
                  <a:ext uri="{FF2B5EF4-FFF2-40B4-BE49-F238E27FC236}">
                    <a16:creationId xmlns:a16="http://schemas.microsoft.com/office/drawing/2014/main" id="{FA747742-768F-6F28-36C9-B9E27D07E2B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5" name="Freeform 34">
                <a:extLst>
                  <a:ext uri="{FF2B5EF4-FFF2-40B4-BE49-F238E27FC236}">
                    <a16:creationId xmlns:a16="http://schemas.microsoft.com/office/drawing/2014/main" id="{93DF03F5-A85B-C364-024C-8BB97454FB2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88721256"/>
      </p:ext>
    </p:extLst>
  </p:cSld>
  <p:clrMapOvr>
    <a:masterClrMapping/>
  </p:clrMapOvr>
  <p:transition spd="med"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7F7FEAA-CD25-31FD-0E8A-E47145F5F9EB}"/>
              </a:ext>
            </a:extLst>
          </p:cNvPr>
          <p:cNvGrpSpPr/>
          <p:nvPr/>
        </p:nvGrpSpPr>
        <p:grpSpPr>
          <a:xfrm>
            <a:off x="9392771" y="767096"/>
            <a:ext cx="2800816" cy="1898696"/>
            <a:chOff x="9390324" y="767096"/>
            <a:chExt cx="2800087" cy="1898696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DBC4C027-8FC0-71EF-963F-3B8A0447C1E8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bg1"/>
            </a:solidFill>
          </p:grpSpPr>
          <p:sp>
            <p:nvSpPr>
              <p:cNvPr id="72" name="Freeform 5">
                <a:extLst>
                  <a:ext uri="{FF2B5EF4-FFF2-40B4-BE49-F238E27FC236}">
                    <a16:creationId xmlns:a16="http://schemas.microsoft.com/office/drawing/2014/main" id="{AC114BA7-B808-0C61-F4C4-498846EB2C1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3" name="Freeform 6">
                <a:extLst>
                  <a:ext uri="{FF2B5EF4-FFF2-40B4-BE49-F238E27FC236}">
                    <a16:creationId xmlns:a16="http://schemas.microsoft.com/office/drawing/2014/main" id="{03055FF5-EB33-F09D-784D-C7AD0188032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4" name="Freeform 7">
                <a:extLst>
                  <a:ext uri="{FF2B5EF4-FFF2-40B4-BE49-F238E27FC236}">
                    <a16:creationId xmlns:a16="http://schemas.microsoft.com/office/drawing/2014/main" id="{EF0C28DE-3EA0-613C-F6F5-A668E5A933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5" name="Freeform 8">
                <a:extLst>
                  <a:ext uri="{FF2B5EF4-FFF2-40B4-BE49-F238E27FC236}">
                    <a16:creationId xmlns:a16="http://schemas.microsoft.com/office/drawing/2014/main" id="{AA3A9144-5E21-1340-D82E-781E8E03088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6" name="Freeform 9">
                <a:extLst>
                  <a:ext uri="{FF2B5EF4-FFF2-40B4-BE49-F238E27FC236}">
                    <a16:creationId xmlns:a16="http://schemas.microsoft.com/office/drawing/2014/main" id="{16E502AF-0487-43AF-00DB-14F962B92CF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7" name="Freeform 10">
                <a:extLst>
                  <a:ext uri="{FF2B5EF4-FFF2-40B4-BE49-F238E27FC236}">
                    <a16:creationId xmlns:a16="http://schemas.microsoft.com/office/drawing/2014/main" id="{0DE8FD0D-C28A-B61F-DFEE-6F90FAD7BFA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8" name="Freeform 11">
                <a:extLst>
                  <a:ext uri="{FF2B5EF4-FFF2-40B4-BE49-F238E27FC236}">
                    <a16:creationId xmlns:a16="http://schemas.microsoft.com/office/drawing/2014/main" id="{F351CFF9-9DD1-E9B5-EE76-334AE5F0349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9" name="Freeform 12">
                <a:extLst>
                  <a:ext uri="{FF2B5EF4-FFF2-40B4-BE49-F238E27FC236}">
                    <a16:creationId xmlns:a16="http://schemas.microsoft.com/office/drawing/2014/main" id="{5CBDFCA1-F27C-774F-EB38-070587A34AB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0" name="Freeform 13">
                <a:extLst>
                  <a:ext uri="{FF2B5EF4-FFF2-40B4-BE49-F238E27FC236}">
                    <a16:creationId xmlns:a16="http://schemas.microsoft.com/office/drawing/2014/main" id="{32C7C41D-9C2F-F9CB-F801-1289ECF5E58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1" name="Freeform 14">
                <a:extLst>
                  <a:ext uri="{FF2B5EF4-FFF2-40B4-BE49-F238E27FC236}">
                    <a16:creationId xmlns:a16="http://schemas.microsoft.com/office/drawing/2014/main" id="{D3D8F53A-7C54-73FF-7202-68AF9530CEF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2" name="Freeform 15">
                <a:extLst>
                  <a:ext uri="{FF2B5EF4-FFF2-40B4-BE49-F238E27FC236}">
                    <a16:creationId xmlns:a16="http://schemas.microsoft.com/office/drawing/2014/main" id="{BD2B90D5-630B-CFC6-CE5B-4A3E778474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3" name="Freeform 16">
                <a:extLst>
                  <a:ext uri="{FF2B5EF4-FFF2-40B4-BE49-F238E27FC236}">
                    <a16:creationId xmlns:a16="http://schemas.microsoft.com/office/drawing/2014/main" id="{44BDC175-2104-E7E3-2519-DA2F92A4A93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4" name="Freeform 17">
                <a:extLst>
                  <a:ext uri="{FF2B5EF4-FFF2-40B4-BE49-F238E27FC236}">
                    <a16:creationId xmlns:a16="http://schemas.microsoft.com/office/drawing/2014/main" id="{E76CB955-2FC2-83C2-AC09-AD01BCCF1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5" name="Rectangle 18">
                <a:extLst>
                  <a:ext uri="{FF2B5EF4-FFF2-40B4-BE49-F238E27FC236}">
                    <a16:creationId xmlns:a16="http://schemas.microsoft.com/office/drawing/2014/main" id="{BB15E459-A560-CBA7-38D2-49EC0DF1798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6" name="Freeform 19">
                <a:extLst>
                  <a:ext uri="{FF2B5EF4-FFF2-40B4-BE49-F238E27FC236}">
                    <a16:creationId xmlns:a16="http://schemas.microsoft.com/office/drawing/2014/main" id="{A894E637-6612-023A-5D26-292EB224BB2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7" name="Freeform 20">
                <a:extLst>
                  <a:ext uri="{FF2B5EF4-FFF2-40B4-BE49-F238E27FC236}">
                    <a16:creationId xmlns:a16="http://schemas.microsoft.com/office/drawing/2014/main" id="{C612BEEF-FFCF-00C7-83E8-3D6CD89DD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8" name="Freeform 21">
                <a:extLst>
                  <a:ext uri="{FF2B5EF4-FFF2-40B4-BE49-F238E27FC236}">
                    <a16:creationId xmlns:a16="http://schemas.microsoft.com/office/drawing/2014/main" id="{535443A8-F420-58B0-6940-C7217CB7D3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9" name="Freeform 22">
                <a:extLst>
                  <a:ext uri="{FF2B5EF4-FFF2-40B4-BE49-F238E27FC236}">
                    <a16:creationId xmlns:a16="http://schemas.microsoft.com/office/drawing/2014/main" id="{D577C4C5-162A-509E-0F90-2D9CF5560B4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0" name="Freeform 23">
                <a:extLst>
                  <a:ext uri="{FF2B5EF4-FFF2-40B4-BE49-F238E27FC236}">
                    <a16:creationId xmlns:a16="http://schemas.microsoft.com/office/drawing/2014/main" id="{9CB671CE-477D-F1B3-6894-F85448189A9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1" name="Freeform 24">
                <a:extLst>
                  <a:ext uri="{FF2B5EF4-FFF2-40B4-BE49-F238E27FC236}">
                    <a16:creationId xmlns:a16="http://schemas.microsoft.com/office/drawing/2014/main" id="{2D545142-881D-002A-830D-2B1960B7F79A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2" name="Freeform 25">
                <a:extLst>
                  <a:ext uri="{FF2B5EF4-FFF2-40B4-BE49-F238E27FC236}">
                    <a16:creationId xmlns:a16="http://schemas.microsoft.com/office/drawing/2014/main" id="{5C959273-267C-8CBA-996C-EC8514CCD7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3" name="Rectangle 26">
                <a:extLst>
                  <a:ext uri="{FF2B5EF4-FFF2-40B4-BE49-F238E27FC236}">
                    <a16:creationId xmlns:a16="http://schemas.microsoft.com/office/drawing/2014/main" id="{2F1B0169-414B-8F53-D204-E4FC9132C39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4" name="Rectangle 27">
                <a:extLst>
                  <a:ext uri="{FF2B5EF4-FFF2-40B4-BE49-F238E27FC236}">
                    <a16:creationId xmlns:a16="http://schemas.microsoft.com/office/drawing/2014/main" id="{FD3CEF0B-9316-CAAF-B811-7977EA0FDC7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  <p:sp>
          <p:nvSpPr>
            <p:cNvPr id="64" name="Rectangle 28">
              <a:extLst>
                <a:ext uri="{FF2B5EF4-FFF2-40B4-BE49-F238E27FC236}">
                  <a16:creationId xmlns:a16="http://schemas.microsoft.com/office/drawing/2014/main" id="{C44969F7-1BF0-A4FA-F4EB-8003272D98C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AB97A83-AA92-5D2A-D89F-2B85130F597F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66" name="Freeform 29">
                <a:extLst>
                  <a:ext uri="{FF2B5EF4-FFF2-40B4-BE49-F238E27FC236}">
                    <a16:creationId xmlns:a16="http://schemas.microsoft.com/office/drawing/2014/main" id="{93913DCE-D7C5-993F-1CBD-D671F4E01A3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7" name="Freeform 30">
                <a:extLst>
                  <a:ext uri="{FF2B5EF4-FFF2-40B4-BE49-F238E27FC236}">
                    <a16:creationId xmlns:a16="http://schemas.microsoft.com/office/drawing/2014/main" id="{6D0A5711-84F8-6852-FC23-C9222B8AB05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8" name="Freeform 31">
                <a:extLst>
                  <a:ext uri="{FF2B5EF4-FFF2-40B4-BE49-F238E27FC236}">
                    <a16:creationId xmlns:a16="http://schemas.microsoft.com/office/drawing/2014/main" id="{185085EF-D1B3-20ED-1267-AC7FAB1644F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9" name="Freeform 32">
                <a:extLst>
                  <a:ext uri="{FF2B5EF4-FFF2-40B4-BE49-F238E27FC236}">
                    <a16:creationId xmlns:a16="http://schemas.microsoft.com/office/drawing/2014/main" id="{8434C32D-C325-1F32-5E19-6C9FC933AC3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0" name="Freeform 33">
                <a:extLst>
                  <a:ext uri="{FF2B5EF4-FFF2-40B4-BE49-F238E27FC236}">
                    <a16:creationId xmlns:a16="http://schemas.microsoft.com/office/drawing/2014/main" id="{A281B950-B57F-4814-65C4-87F843CA0E1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1" name="Freeform 34">
                <a:extLst>
                  <a:ext uri="{FF2B5EF4-FFF2-40B4-BE49-F238E27FC236}">
                    <a16:creationId xmlns:a16="http://schemas.microsoft.com/office/drawing/2014/main" id="{EE465ED6-53DE-A385-42CB-0B5A7547734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20E6808-E70B-FA4B-99F6-1C02BBC16598}"/>
              </a:ext>
            </a:extLst>
          </p:cNvPr>
          <p:cNvGrpSpPr/>
          <p:nvPr/>
        </p:nvGrpSpPr>
        <p:grpSpPr>
          <a:xfrm>
            <a:off x="1539348" y="3561908"/>
            <a:ext cx="7853422" cy="1769127"/>
            <a:chOff x="541049" y="2649538"/>
            <a:chExt cx="9285724" cy="2092325"/>
          </a:xfrm>
          <a:solidFill>
            <a:schemeClr val="bg1"/>
          </a:solidFill>
        </p:grpSpPr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4C297CEF-136F-B1B7-09B1-55E4D7563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4" name="Freeform 6">
              <a:extLst>
                <a:ext uri="{FF2B5EF4-FFF2-40B4-BE49-F238E27FC236}">
                  <a16:creationId xmlns:a16="http://schemas.microsoft.com/office/drawing/2014/main" id="{622BAF6B-1742-15FD-B0EB-40B8C3DC11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788B3367-A4C9-CCD9-A688-1D2826A4B0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3" name="Freeform 8">
              <a:extLst>
                <a:ext uri="{FF2B5EF4-FFF2-40B4-BE49-F238E27FC236}">
                  <a16:creationId xmlns:a16="http://schemas.microsoft.com/office/drawing/2014/main" id="{E75C15B3-8177-7E6B-C4A7-1B9D3FB9D0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4" name="Freeform 9">
              <a:extLst>
                <a:ext uri="{FF2B5EF4-FFF2-40B4-BE49-F238E27FC236}">
                  <a16:creationId xmlns:a16="http://schemas.microsoft.com/office/drawing/2014/main" id="{AA27F0F6-EBAD-77B3-0964-617F5FC5A0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5" name="Freeform 10">
              <a:extLst>
                <a:ext uri="{FF2B5EF4-FFF2-40B4-BE49-F238E27FC236}">
                  <a16:creationId xmlns:a16="http://schemas.microsoft.com/office/drawing/2014/main" id="{0D449E32-BCCB-5FA7-37E4-30FF7569B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6" name="Oval 11">
              <a:extLst>
                <a:ext uri="{FF2B5EF4-FFF2-40B4-BE49-F238E27FC236}">
                  <a16:creationId xmlns:a16="http://schemas.microsoft.com/office/drawing/2014/main" id="{DF4FD3AA-2A1C-04CA-7759-A7926327B4A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2758272172"/>
      </p:ext>
    </p:extLst>
  </p:cSld>
  <p:clrMapOvr>
    <a:masterClrMapping/>
  </p:clrMapOvr>
  <p:transition spd="med"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27660"/>
            <a:ext cx="9914678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200" b="1" kern="1200" cap="none" spc="-15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幻灯片</a:t>
            </a:r>
            <a:br>
              <a:rPr lang="zh-CN" altLang="en-US" dirty="0"/>
            </a:br>
            <a:r>
              <a:rPr lang="zh-CN" altLang="en-US" dirty="0"/>
              <a:t>演示标题</a:t>
            </a:r>
            <a:br>
              <a:rPr lang="zh-CN" altLang="en-US" dirty="0"/>
            </a:br>
            <a:r>
              <a:rPr lang="zh-CN" altLang="en-US" dirty="0"/>
              <a:t>区域</a:t>
            </a:r>
            <a:endParaRPr lang="en-US" dirty="0"/>
          </a:p>
        </p:txBody>
      </p:sp>
      <p:sp>
        <p:nvSpPr>
          <p:cNvPr id="5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ts val="27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主讲人姓名 </a:t>
            </a:r>
            <a:r>
              <a:rPr lang="en-US" altLang="zh-CN" dirty="0"/>
              <a:t>| </a:t>
            </a:r>
            <a:r>
              <a:rPr lang="zh-CN" altLang="en-US" dirty="0"/>
              <a:t>日期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0529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6BD304-FAC7-4023-9B54-8984F7387559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10152631" y="2542790"/>
            <a:ext cx="3058160" cy="1020580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BBDE3D-E4E2-42E5-9F26-00C1500EFD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27C222CE-31C9-4AE2-A9DE-A34ECC37F0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710DBB3B-7FB8-4ACB-8FA4-3F2A105B9B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3E443DA7-CC51-4460-98C4-193A73750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E1BCDB13-2B5A-46EC-B1D6-C526DEAA84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EDDE8EA-BE8E-4066-AB4A-21CD274354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F442D16-F34F-4D4E-A65A-8C3BC17F2F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50529" y="762000"/>
            <a:ext cx="3942091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rgbClr val="4D144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505890681"/>
      </p:ext>
    </p:extLst>
  </p:cSld>
  <p:clrMapOvr>
    <a:masterClrMapping/>
  </p:clrMapOvr>
  <p:transition spd="med"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24000"/>
            <a:ext cx="9914678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2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幻灯片</a:t>
            </a:r>
            <a:br>
              <a:rPr lang="zh-CN" altLang="en-US" dirty="0"/>
            </a:br>
            <a:r>
              <a:rPr lang="zh-CN" altLang="en-US" dirty="0"/>
              <a:t>演示标题</a:t>
            </a:r>
            <a:br>
              <a:rPr lang="zh-CN" altLang="en-US" dirty="0"/>
            </a:br>
            <a:r>
              <a:rPr lang="zh-CN" altLang="en-US" dirty="0"/>
              <a:t>区域</a:t>
            </a:r>
            <a:endParaRPr lang="en-US" dirty="0"/>
          </a:p>
        </p:txBody>
      </p:sp>
      <p:sp>
        <p:nvSpPr>
          <p:cNvPr id="5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ts val="27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主讲人姓名 </a:t>
            </a:r>
            <a:r>
              <a:rPr lang="en-US" altLang="zh-CN" dirty="0"/>
              <a:t>| </a:t>
            </a:r>
            <a:r>
              <a:rPr lang="zh-CN" altLang="en-US" dirty="0"/>
              <a:t>日期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10152631" y="2542790"/>
            <a:ext cx="3058160" cy="1020580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158C3A6B-F5BB-E37E-DB3D-C1ABEA07F2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1" name="Freeform 8">
              <a:extLst>
                <a:ext uri="{FF2B5EF4-FFF2-40B4-BE49-F238E27FC236}">
                  <a16:creationId xmlns:a16="http://schemas.microsoft.com/office/drawing/2014/main" id="{A56AE87F-217D-4207-F227-987A2E7FEB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D65BCC2D-74A9-8E37-6BBC-33B74966DA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BA8558ED-E4BF-D888-EF3B-A311AFE8C4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AFF1776F-9DBA-D51E-8F71-E1FB30D767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820D6E3B-9704-EBDF-9D0D-A571A36CB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50529" y="762000"/>
            <a:ext cx="3942091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375F64-E651-1A0A-ABF1-9C38BA663F9F}"/>
              </a:ext>
            </a:extLst>
          </p:cNvPr>
          <p:cNvSpPr txBox="1"/>
          <p:nvPr/>
        </p:nvSpPr>
        <p:spPr>
          <a:xfrm>
            <a:off x="750529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24690870"/>
      </p:ext>
    </p:extLst>
  </p:cSld>
  <p:clrMapOvr>
    <a:masterClrMapping/>
  </p:clrMapOvr>
  <p:transition spd="med"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89C3EB64-A851-71DD-8882-1FDB7C2E99CB}"/>
              </a:ext>
            </a:extLst>
          </p:cNvPr>
          <p:cNvSpPr txBox="1"/>
          <p:nvPr/>
        </p:nvSpPr>
        <p:spPr>
          <a:xfrm>
            <a:off x="1603772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4C2BE-620B-6B7D-1426-F9CB0B9DB688}"/>
              </a:ext>
            </a:extLst>
          </p:cNvPr>
          <p:cNvGrpSpPr>
            <a:grpSpLocks noChangeAspect="1"/>
          </p:cNvGrpSpPr>
          <p:nvPr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002FA1-87AB-10E7-DF14-BCD2904245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FC16D85-BEED-1820-DFF9-5D8B0AACAC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1F2566FE-64C0-16F6-945D-2961668799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D3B60C47-FE53-B519-B5B0-91907EAADB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51BD7309-4598-0B4D-F955-25A4778655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3AB317A1-606F-084E-CD32-A64A53D259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3ECEF077-D5E5-A906-C26A-748935BA5E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8" y="1549492"/>
            <a:ext cx="6265272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ts val="5700"/>
              </a:lnSpc>
              <a:spcBef>
                <a:spcPct val="0"/>
              </a:spcBef>
              <a:buNone/>
              <a:defRPr lang="en-US" sz="5400" b="1" kern="1200" cap="none" spc="-15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章节标题区域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528" y="4328650"/>
            <a:ext cx="6265272" cy="34624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ts val="2700"/>
              </a:lnSpc>
              <a:spcBef>
                <a:spcPts val="0"/>
              </a:spcBef>
              <a:buNone/>
              <a:defRPr sz="24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副标题区域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2F89-ADF9-0A52-8877-914CA372E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3946175"/>
      </p:ext>
    </p:extLst>
  </p:cSld>
  <p:clrMapOvr>
    <a:masterClrMapping/>
  </p:clrMapOvr>
  <p:transition spd="med"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C50D814F-EE5B-C084-7424-D39C0DE54FF7}"/>
              </a:ext>
            </a:extLst>
          </p:cNvPr>
          <p:cNvSpPr txBox="1"/>
          <p:nvPr/>
        </p:nvSpPr>
        <p:spPr>
          <a:xfrm>
            <a:off x="1603772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498D60-2F6C-6ADE-BB9A-D957660E0731}"/>
              </a:ext>
            </a:extLst>
          </p:cNvPr>
          <p:cNvGrpSpPr>
            <a:grpSpLocks noChangeAspect="1"/>
          </p:cNvGrpSpPr>
          <p:nvPr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414641-DA5A-BDF2-889C-1430A63E35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6CAA72E6-FAE3-6740-34C0-7A08091254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0EE70422-5E10-8634-79CC-15428116CD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F9B9866C-878A-3BAE-D601-6317EEEB78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20DD7C9B-A88C-7ECB-27AE-CB4579CDB9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084B2859-A58F-9171-5328-94CFD162F5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DC1829C2-6CD9-FE35-3F45-EEC10E2F16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49492"/>
            <a:ext cx="6265272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ts val="5700"/>
              </a:lnSpc>
              <a:spcBef>
                <a:spcPct val="0"/>
              </a:spcBef>
              <a:buNone/>
              <a:defRPr lang="en-US" sz="54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章节标题区域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529" y="4328650"/>
            <a:ext cx="6265272" cy="346249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lnSpc>
                <a:spcPts val="2700"/>
              </a:lnSpc>
              <a:spcBef>
                <a:spcPts val="0"/>
              </a:spcBef>
              <a:buNone/>
              <a:defRPr sz="2400" spc="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副标题区域 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1CC465-FDF1-C0A2-5A83-FB03B2F0F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113558"/>
      </p:ext>
    </p:extLst>
  </p:cSld>
  <p:clrMapOvr>
    <a:masterClrMapping/>
  </p:clrMapOvr>
  <p:transition spd="med"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A0C0A2-1C95-CF60-15E7-57B445A899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1750438"/>
      </p:ext>
    </p:extLst>
  </p:cSld>
  <p:clrMapOvr>
    <a:masterClrMapping/>
  </p:clrMapOvr>
  <p:transition spd="med"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45D89D-54AB-A7D6-4141-95E6B3C369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2904364"/>
      </p:ext>
    </p:extLst>
  </p:cSld>
  <p:clrMapOvr>
    <a:masterClrMapping/>
  </p:clrMapOvr>
  <p:transition spd="med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Sub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5B6443-4299-282C-565B-68E5F97027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2970814"/>
      </p:ext>
    </p:extLst>
  </p:cSld>
  <p:clrMapOvr>
    <a:masterClrMapping/>
  </p:clrMapOvr>
  <p:transition spd="med"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Sub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altLang="zh-CN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296FD5-38BC-1E97-5513-17F333DF59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021253"/>
      </p:ext>
    </p:extLst>
  </p:cSld>
  <p:clrMapOvr>
    <a:masterClrMapping/>
  </p:clrMapOvr>
  <p:transition spd="med"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8880"/>
            <a:ext cx="1067382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C5559F-D4D6-DA53-A720-07C2A2D68F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7972357"/>
      </p:ext>
    </p:extLst>
  </p:cSld>
  <p:clrMapOvr>
    <a:masterClrMapping/>
  </p:clrMapOvr>
  <p:transition spd="med"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2" y="1308880"/>
            <a:ext cx="1067077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190EFC-69A6-D92C-008E-75B891AE7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9671103"/>
      </p:ext>
    </p:extLst>
  </p:cSld>
  <p:clrMapOvr>
    <a:masterClrMapping/>
  </p:clrMapOvr>
  <p:transition spd="med"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Subtitl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749388"/>
            <a:ext cx="1067382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altLang="zh-CN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7BD319-CE6A-C56C-FAF4-F7D3C4B20C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3462070"/>
      </p:ext>
    </p:extLst>
  </p:cSld>
  <p:clrMapOvr>
    <a:masterClrMapping/>
  </p:clrMapOvr>
  <p:transition spd="med"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Subtitle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749389"/>
            <a:ext cx="1067382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altLang="zh-CN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F390D5-FAC3-3E07-D977-2FACDFA7E8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8494459"/>
      </p:ext>
    </p:extLst>
  </p:cSld>
  <p:clrMapOvr>
    <a:masterClrMapping/>
  </p:clrMapOvr>
  <p:transition spd="med"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307593"/>
            <a:ext cx="5070324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4" hasCustomPrompt="1"/>
          </p:nvPr>
        </p:nvSpPr>
        <p:spPr bwMode="gray">
          <a:xfrm>
            <a:off x="6340962" y="1307593"/>
            <a:ext cx="506709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FE5186-E704-46DB-A234-0339427F82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7646117"/>
      </p:ext>
    </p:extLst>
  </p:cSld>
  <p:clrMapOvr>
    <a:masterClrMapping/>
  </p:clrMapOvr>
  <p:transition spd="med"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307594"/>
            <a:ext cx="5070324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4" hasCustomPrompt="1"/>
          </p:nvPr>
        </p:nvSpPr>
        <p:spPr bwMode="gray">
          <a:xfrm>
            <a:off x="6340962" y="1307594"/>
            <a:ext cx="506709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D52F52-4191-E70A-A15D-3F4D0CF0AA2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4597234"/>
      </p:ext>
    </p:extLst>
  </p:cSld>
  <p:clrMapOvr>
    <a:masterClrMapping/>
  </p:clrMapOvr>
  <p:transition spd="med"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4378398" y="1307594"/>
            <a:ext cx="3344059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8017903" y="1307594"/>
            <a:ext cx="341653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61C74C-45BE-3DE8-0DFD-4B97D814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0917978"/>
      </p:ext>
    </p:extLst>
  </p:cSld>
  <p:clrMapOvr>
    <a:masterClrMapping/>
  </p:clrMapOvr>
  <p:transition spd="med"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ree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4378399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8017903" y="1307594"/>
            <a:ext cx="341653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92B045-EC23-B30D-E716-8FEBB279E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89907"/>
      </p:ext>
    </p:extLst>
  </p:cSld>
  <p:clrMapOvr>
    <a:masterClrMapping/>
  </p:clrMapOvr>
  <p:transition spd="med"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5725006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3"/>
            <a:ext cx="572500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8199" y="0"/>
            <a:ext cx="53338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F3C117-A202-AC1A-30DA-A95049B267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9959218"/>
      </p:ext>
    </p:extLst>
  </p:cSld>
  <p:clrMapOvr>
    <a:masterClrMapping/>
  </p:clrMapOvr>
  <p:transition spd="med"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/Imag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5725006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3"/>
            <a:ext cx="5725006" cy="491958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8199" y="0"/>
            <a:ext cx="53338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E7426-E0FB-DA60-E1E0-A41FD9009F5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2952545"/>
      </p:ext>
    </p:extLst>
  </p:cSld>
  <p:clrMapOvr>
    <a:masterClrMapping/>
  </p:clrMapOvr>
  <p:transition spd="med"/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+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" y="0"/>
            <a:ext cx="4062849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C9E4313D-4BB5-4FBE-BED7-2E337B7C6B9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672569" y="6400800"/>
            <a:ext cx="439026" cy="155448"/>
          </a:xfrm>
        </p:spPr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1CFF5BD6-17CC-00C1-ADCF-B04D6703F62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71604" y="0"/>
            <a:ext cx="7620396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1A0E3B-4CFE-F883-3C78-D9A6BE41AE0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0610" y="995010"/>
            <a:ext cx="3428016" cy="1436465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3800" b="1" strike="noStrike" spc="-15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zh-CN" altLang="en-US" dirty="0"/>
              <a:t>单击文本框</a:t>
            </a:r>
            <a:endParaRPr lang="en-US" altLang="zh-CN" dirty="0"/>
          </a:p>
          <a:p>
            <a:pPr lvl="0"/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5F96A18-152F-7D42-F172-C8D7F6B28F2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2815936"/>
            <a:ext cx="3428016" cy="3280064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217557"/>
      </p:ext>
    </p:extLst>
  </p:cSld>
  <p:clrMapOvr>
    <a:masterClrMapping/>
  </p:clrMapOvr>
  <p:transition spd="med"/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hoto + Statement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" y="0"/>
            <a:ext cx="4062849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571604" y="0"/>
            <a:ext cx="7620396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182470-3621-1323-235D-7DBA176E68E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C11FB6FD-7B80-D920-2B92-D358B18446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0610" y="995010"/>
            <a:ext cx="3428016" cy="1436465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3800" b="1" strike="noStrike" spc="-15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zh-CN" altLang="en-US" dirty="0"/>
              <a:t>单击文本框</a:t>
            </a:r>
            <a:endParaRPr lang="en-US" altLang="zh-CN" dirty="0"/>
          </a:p>
          <a:p>
            <a:pPr lvl="0"/>
            <a:r>
              <a:rPr lang="zh-CN" altLang="en-US" dirty="0"/>
              <a:t>添加标题</a:t>
            </a:r>
            <a:endParaRPr lang="en-US" altLang="zh-CN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F150789-C64C-B456-4B9A-24AED7315FB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2815936"/>
            <a:ext cx="3428016" cy="3280064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852173"/>
      </p:ext>
    </p:extLst>
  </p:cSld>
  <p:clrMapOvr>
    <a:masterClrMapping/>
  </p:clrMapOvr>
  <p:transition spd="med"/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611" y="1863188"/>
            <a:ext cx="10670779" cy="3131627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ts val="7900"/>
              </a:lnSpc>
              <a:spcBef>
                <a:spcPts val="0"/>
              </a:spcBef>
              <a:buNone/>
              <a:defRPr sz="7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494" indent="0">
              <a:buNone/>
              <a:defRPr/>
            </a:lvl2pPr>
          </a:lstStyle>
          <a:p>
            <a:pPr lvl="0"/>
            <a:r>
              <a:rPr lang="zh-CN" altLang="en-US" dirty="0"/>
              <a:t>点击此处添加</a:t>
            </a:r>
            <a:endParaRPr lang="en-US" altLang="zh-CN" dirty="0"/>
          </a:p>
          <a:p>
            <a:pPr lvl="0"/>
            <a:r>
              <a:rPr lang="zh-CN" altLang="en-US" dirty="0"/>
              <a:t>重要的想法、声明</a:t>
            </a:r>
            <a:endParaRPr lang="en-US" altLang="zh-CN" dirty="0"/>
          </a:p>
          <a:p>
            <a:pPr lvl="0"/>
            <a:r>
              <a:rPr lang="zh-CN" altLang="en-US" dirty="0"/>
              <a:t>或主题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25448865"/>
      </p:ext>
    </p:extLst>
  </p:cSld>
  <p:clrMapOvr>
    <a:masterClrMapping/>
  </p:clrMapOvr>
  <p:transition spd="med"/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/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5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 hasCustomPrompt="1"/>
          </p:nvPr>
        </p:nvSpPr>
        <p:spPr bwMode="gray">
          <a:xfrm>
            <a:off x="6858198" y="1307593"/>
            <a:ext cx="4573192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8198" y="442528"/>
            <a:ext cx="4573192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FBC96C-E04F-90E6-1BBE-C65ECD6E5C1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423482"/>
      </p:ext>
    </p:extLst>
  </p:cSld>
  <p:clrMapOvr>
    <a:masterClrMapping/>
  </p:clrMapOvr>
  <p:transition spd="med"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/ Produc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5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 hasCustomPrompt="1"/>
          </p:nvPr>
        </p:nvSpPr>
        <p:spPr bwMode="gray">
          <a:xfrm>
            <a:off x="6858200" y="1307592"/>
            <a:ext cx="4573191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8199" y="442529"/>
            <a:ext cx="4573192" cy="42319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A84DA8-2577-7EF4-6122-06E4DEEB80A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7052084"/>
      </p:ext>
    </p:extLst>
  </p:cSld>
  <p:clrMapOvr>
    <a:masterClrMapping/>
  </p:clrMapOvr>
  <p:transition spd="med"/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9"/>
            <a:ext cx="10673829" cy="42319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612" y="1524000"/>
            <a:ext cx="10670779" cy="4572000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000" baseline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点击此图标创建图标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E9C038-E754-006F-B382-D714EB9495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0285426"/>
      </p:ext>
    </p:extLst>
  </p:cSld>
  <p:clrMapOvr>
    <a:masterClrMapping/>
  </p:clrMapOvr>
  <p:transition spd="med"/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rt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612" y="1524000"/>
            <a:ext cx="10670779" cy="4572001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0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点击此图标创建图标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222CEF-FCD3-E840-7AE1-E900A5D59C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4390656"/>
      </p:ext>
    </p:extLst>
  </p:cSld>
  <p:clrMapOvr>
    <a:masterClrMapping/>
  </p:clrMapOvr>
  <p:transition spd="med"/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2E9409-35B8-57EB-2941-154C5CA02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6430171"/>
      </p:ext>
    </p:extLst>
  </p:cSld>
  <p:clrMapOvr>
    <a:masterClrMapping/>
  </p:clrMapOvr>
  <p:transition spd="med"/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94B782-D6B1-E164-080E-40821B7DAF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1679816"/>
      </p:ext>
    </p:extLst>
  </p:cSld>
  <p:clrMapOvr>
    <a:masterClrMapping/>
  </p:clrMapOvr>
  <p:transition spd="med"/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165">
            <a:extLst>
              <a:ext uri="{FF2B5EF4-FFF2-40B4-BE49-F238E27FC236}">
                <a16:creationId xmlns:a16="http://schemas.microsoft.com/office/drawing/2014/main" id="{45DF6D6F-9C39-7C31-64D4-4BCE9C9CA5D6}"/>
              </a:ext>
            </a:extLst>
          </p:cNvPr>
          <p:cNvGrpSpPr/>
          <p:nvPr/>
        </p:nvGrpSpPr>
        <p:grpSpPr>
          <a:xfrm>
            <a:off x="1539348" y="3561908"/>
            <a:ext cx="7853422" cy="1769127"/>
            <a:chOff x="541049" y="2649538"/>
            <a:chExt cx="9285724" cy="2092325"/>
          </a:xfrm>
          <a:solidFill>
            <a:srgbClr val="4D144A"/>
          </a:solidFill>
        </p:grpSpPr>
        <p:sp>
          <p:nvSpPr>
            <p:cNvPr id="167" name="Freeform 5">
              <a:extLst>
                <a:ext uri="{FF2B5EF4-FFF2-40B4-BE49-F238E27FC236}">
                  <a16:creationId xmlns:a16="http://schemas.microsoft.com/office/drawing/2014/main" id="{E109AFA1-C190-E6CF-D819-5DDBF44B5E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68" name="Freeform 6">
              <a:extLst>
                <a:ext uri="{FF2B5EF4-FFF2-40B4-BE49-F238E27FC236}">
                  <a16:creationId xmlns:a16="http://schemas.microsoft.com/office/drawing/2014/main" id="{1969BD4D-0C40-739F-FF6B-4214C2BEBC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69" name="Freeform 7">
              <a:extLst>
                <a:ext uri="{FF2B5EF4-FFF2-40B4-BE49-F238E27FC236}">
                  <a16:creationId xmlns:a16="http://schemas.microsoft.com/office/drawing/2014/main" id="{6DB7C37A-1FE6-9BFA-5E83-3EC0F79497F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0" name="Freeform 8">
              <a:extLst>
                <a:ext uri="{FF2B5EF4-FFF2-40B4-BE49-F238E27FC236}">
                  <a16:creationId xmlns:a16="http://schemas.microsoft.com/office/drawing/2014/main" id="{3AEA624F-19C6-31CA-5CD9-7E42ED68DA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1" name="Freeform 9">
              <a:extLst>
                <a:ext uri="{FF2B5EF4-FFF2-40B4-BE49-F238E27FC236}">
                  <a16:creationId xmlns:a16="http://schemas.microsoft.com/office/drawing/2014/main" id="{ED142D15-3F97-1719-8D74-37D26D1CAA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2" name="Freeform 10">
              <a:extLst>
                <a:ext uri="{FF2B5EF4-FFF2-40B4-BE49-F238E27FC236}">
                  <a16:creationId xmlns:a16="http://schemas.microsoft.com/office/drawing/2014/main" id="{6FEBB0B2-4586-05AB-B4FE-055E54F117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3" name="Oval 11">
              <a:extLst>
                <a:ext uri="{FF2B5EF4-FFF2-40B4-BE49-F238E27FC236}">
                  <a16:creationId xmlns:a16="http://schemas.microsoft.com/office/drawing/2014/main" id="{70877F96-1F23-E1FC-71E9-01EE358F60F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B2584B0-B37E-E020-07A7-BAB961C43514}"/>
              </a:ext>
            </a:extLst>
          </p:cNvPr>
          <p:cNvGrpSpPr/>
          <p:nvPr/>
        </p:nvGrpSpPr>
        <p:grpSpPr>
          <a:xfrm>
            <a:off x="9392771" y="767096"/>
            <a:ext cx="2800816" cy="1898696"/>
            <a:chOff x="9390324" y="767096"/>
            <a:chExt cx="2800087" cy="1898696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9DB8BCA-C082-90D7-926B-C6CF4AF09E1C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accent1"/>
            </a:solidFill>
          </p:grpSpPr>
          <p:sp>
            <p:nvSpPr>
              <p:cNvPr id="46" name="Freeform 5">
                <a:extLst>
                  <a:ext uri="{FF2B5EF4-FFF2-40B4-BE49-F238E27FC236}">
                    <a16:creationId xmlns:a16="http://schemas.microsoft.com/office/drawing/2014/main" id="{752B143C-EA30-88CF-4159-D3220D52439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7" name="Freeform 6">
                <a:extLst>
                  <a:ext uri="{FF2B5EF4-FFF2-40B4-BE49-F238E27FC236}">
                    <a16:creationId xmlns:a16="http://schemas.microsoft.com/office/drawing/2014/main" id="{2BD38F57-84A8-6CE5-5871-808CD68267FD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8" name="Freeform 7">
                <a:extLst>
                  <a:ext uri="{FF2B5EF4-FFF2-40B4-BE49-F238E27FC236}">
                    <a16:creationId xmlns:a16="http://schemas.microsoft.com/office/drawing/2014/main" id="{AA0572EA-FFDA-D8B6-A96C-DF4D0432044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9" name="Freeform 8">
                <a:extLst>
                  <a:ext uri="{FF2B5EF4-FFF2-40B4-BE49-F238E27FC236}">
                    <a16:creationId xmlns:a16="http://schemas.microsoft.com/office/drawing/2014/main" id="{9BA36A6F-FB71-28DB-07CD-B21FF32CAA7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0" name="Freeform 9">
                <a:extLst>
                  <a:ext uri="{FF2B5EF4-FFF2-40B4-BE49-F238E27FC236}">
                    <a16:creationId xmlns:a16="http://schemas.microsoft.com/office/drawing/2014/main" id="{44D95805-4759-1419-A377-A8CF32C8756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1" name="Freeform 10">
                <a:extLst>
                  <a:ext uri="{FF2B5EF4-FFF2-40B4-BE49-F238E27FC236}">
                    <a16:creationId xmlns:a16="http://schemas.microsoft.com/office/drawing/2014/main" id="{2EDA3D6C-6EEF-5BB3-A5FE-991573A77F6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2" name="Freeform 11">
                <a:extLst>
                  <a:ext uri="{FF2B5EF4-FFF2-40B4-BE49-F238E27FC236}">
                    <a16:creationId xmlns:a16="http://schemas.microsoft.com/office/drawing/2014/main" id="{6D486C55-E23B-1872-D405-5DC8D2CA45F3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3" name="Freeform 12">
                <a:extLst>
                  <a:ext uri="{FF2B5EF4-FFF2-40B4-BE49-F238E27FC236}">
                    <a16:creationId xmlns:a16="http://schemas.microsoft.com/office/drawing/2014/main" id="{B6A43306-05AB-DDD0-5F08-A0BE5CD4518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4" name="Freeform 13">
                <a:extLst>
                  <a:ext uri="{FF2B5EF4-FFF2-40B4-BE49-F238E27FC236}">
                    <a16:creationId xmlns:a16="http://schemas.microsoft.com/office/drawing/2014/main" id="{D49034F6-E32B-0A8D-D89B-AA4488391FC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5" name="Freeform 14">
                <a:extLst>
                  <a:ext uri="{FF2B5EF4-FFF2-40B4-BE49-F238E27FC236}">
                    <a16:creationId xmlns:a16="http://schemas.microsoft.com/office/drawing/2014/main" id="{F7F6E1B7-B4ED-1699-C492-0032C5B8242D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6" name="Freeform 15">
                <a:extLst>
                  <a:ext uri="{FF2B5EF4-FFF2-40B4-BE49-F238E27FC236}">
                    <a16:creationId xmlns:a16="http://schemas.microsoft.com/office/drawing/2014/main" id="{114EE99C-9EC5-3C6C-64A0-3764DA0E337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7" name="Freeform 16">
                <a:extLst>
                  <a:ext uri="{FF2B5EF4-FFF2-40B4-BE49-F238E27FC236}">
                    <a16:creationId xmlns:a16="http://schemas.microsoft.com/office/drawing/2014/main" id="{ECCFB330-8F90-459F-B1B5-7717B235054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8" name="Freeform 17">
                <a:extLst>
                  <a:ext uri="{FF2B5EF4-FFF2-40B4-BE49-F238E27FC236}">
                    <a16:creationId xmlns:a16="http://schemas.microsoft.com/office/drawing/2014/main" id="{89A34987-E431-2A93-3D62-912217C1C04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9" name="Rectangle 18">
                <a:extLst>
                  <a:ext uri="{FF2B5EF4-FFF2-40B4-BE49-F238E27FC236}">
                    <a16:creationId xmlns:a16="http://schemas.microsoft.com/office/drawing/2014/main" id="{1F951D7F-BED8-991E-3496-7DA93E8148F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0" name="Freeform 19">
                <a:extLst>
                  <a:ext uri="{FF2B5EF4-FFF2-40B4-BE49-F238E27FC236}">
                    <a16:creationId xmlns:a16="http://schemas.microsoft.com/office/drawing/2014/main" id="{272CCB53-F367-9D8A-5671-D442F70CF858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1" name="Freeform 20">
                <a:extLst>
                  <a:ext uri="{FF2B5EF4-FFF2-40B4-BE49-F238E27FC236}">
                    <a16:creationId xmlns:a16="http://schemas.microsoft.com/office/drawing/2014/main" id="{ECF911E9-8158-C08D-23FE-13CCAFED78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/>
              </a:p>
            </p:txBody>
          </p:sp>
          <p:sp>
            <p:nvSpPr>
              <p:cNvPr id="62" name="Freeform 21">
                <a:extLst>
                  <a:ext uri="{FF2B5EF4-FFF2-40B4-BE49-F238E27FC236}">
                    <a16:creationId xmlns:a16="http://schemas.microsoft.com/office/drawing/2014/main" id="{094B2A0F-EF14-8BE6-B468-54D6F6277E8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3" name="Freeform 22">
                <a:extLst>
                  <a:ext uri="{FF2B5EF4-FFF2-40B4-BE49-F238E27FC236}">
                    <a16:creationId xmlns:a16="http://schemas.microsoft.com/office/drawing/2014/main" id="{BD80DF37-D70A-5EC4-04A2-4E73C4038CB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4" name="Freeform 23">
                <a:extLst>
                  <a:ext uri="{FF2B5EF4-FFF2-40B4-BE49-F238E27FC236}">
                    <a16:creationId xmlns:a16="http://schemas.microsoft.com/office/drawing/2014/main" id="{0D00C6D5-7EC4-0318-A93F-CD6F5C70842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5" name="Freeform 24">
                <a:extLst>
                  <a:ext uri="{FF2B5EF4-FFF2-40B4-BE49-F238E27FC236}">
                    <a16:creationId xmlns:a16="http://schemas.microsoft.com/office/drawing/2014/main" id="{AEB26B91-4BD3-875D-141D-DEA322007DD9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6" name="Freeform 25">
                <a:extLst>
                  <a:ext uri="{FF2B5EF4-FFF2-40B4-BE49-F238E27FC236}">
                    <a16:creationId xmlns:a16="http://schemas.microsoft.com/office/drawing/2014/main" id="{4F49B36A-46DF-8CB3-3466-3A29AEB0F38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7" name="Rectangle 26">
                <a:extLst>
                  <a:ext uri="{FF2B5EF4-FFF2-40B4-BE49-F238E27FC236}">
                    <a16:creationId xmlns:a16="http://schemas.microsoft.com/office/drawing/2014/main" id="{F840654A-F47B-BC37-57E2-0E27690D567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8" name="Rectangle 27">
                <a:extLst>
                  <a:ext uri="{FF2B5EF4-FFF2-40B4-BE49-F238E27FC236}">
                    <a16:creationId xmlns:a16="http://schemas.microsoft.com/office/drawing/2014/main" id="{9ADC6671-2EE5-8226-E787-2FB7A9BBA46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  <p:sp>
          <p:nvSpPr>
            <p:cNvPr id="38" name="Rectangle 28">
              <a:extLst>
                <a:ext uri="{FF2B5EF4-FFF2-40B4-BE49-F238E27FC236}">
                  <a16:creationId xmlns:a16="http://schemas.microsoft.com/office/drawing/2014/main" id="{17537E70-E667-DC44-A43A-E53A50AD305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290A113E-9CD9-B2B2-74CC-01FC73534AA3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40" name="Freeform 29">
                <a:extLst>
                  <a:ext uri="{FF2B5EF4-FFF2-40B4-BE49-F238E27FC236}">
                    <a16:creationId xmlns:a16="http://schemas.microsoft.com/office/drawing/2014/main" id="{60FE0670-46BE-A30C-6A81-3F4ACF4BDA0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1" name="Freeform 30">
                <a:extLst>
                  <a:ext uri="{FF2B5EF4-FFF2-40B4-BE49-F238E27FC236}">
                    <a16:creationId xmlns:a16="http://schemas.microsoft.com/office/drawing/2014/main" id="{6E17D649-B42A-09BD-CF61-B8C1A7112E9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2" name="Freeform 31">
                <a:extLst>
                  <a:ext uri="{FF2B5EF4-FFF2-40B4-BE49-F238E27FC236}">
                    <a16:creationId xmlns:a16="http://schemas.microsoft.com/office/drawing/2014/main" id="{8687873F-7C76-382B-60A8-B49C4C184DB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3" name="Freeform 32">
                <a:extLst>
                  <a:ext uri="{FF2B5EF4-FFF2-40B4-BE49-F238E27FC236}">
                    <a16:creationId xmlns:a16="http://schemas.microsoft.com/office/drawing/2014/main" id="{FBF838FB-60C5-AA46-F549-F323F6F945C5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4" name="Freeform 33">
                <a:extLst>
                  <a:ext uri="{FF2B5EF4-FFF2-40B4-BE49-F238E27FC236}">
                    <a16:creationId xmlns:a16="http://schemas.microsoft.com/office/drawing/2014/main" id="{FA747742-768F-6F28-36C9-B9E27D07E2B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5" name="Freeform 34">
                <a:extLst>
                  <a:ext uri="{FF2B5EF4-FFF2-40B4-BE49-F238E27FC236}">
                    <a16:creationId xmlns:a16="http://schemas.microsoft.com/office/drawing/2014/main" id="{93DF03F5-A85B-C364-024C-8BB97454FB2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08762943"/>
      </p:ext>
    </p:extLst>
  </p:cSld>
  <p:clrMapOvr>
    <a:masterClrMapping/>
  </p:clrMapOvr>
  <p:transition spd="med"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7F7FEAA-CD25-31FD-0E8A-E47145F5F9EB}"/>
              </a:ext>
            </a:extLst>
          </p:cNvPr>
          <p:cNvGrpSpPr/>
          <p:nvPr/>
        </p:nvGrpSpPr>
        <p:grpSpPr>
          <a:xfrm>
            <a:off x="9392771" y="767096"/>
            <a:ext cx="2800816" cy="1898696"/>
            <a:chOff x="9390324" y="767096"/>
            <a:chExt cx="2800087" cy="1898696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DBC4C027-8FC0-71EF-963F-3B8A0447C1E8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bg1"/>
            </a:solidFill>
          </p:grpSpPr>
          <p:sp>
            <p:nvSpPr>
              <p:cNvPr id="72" name="Freeform 5">
                <a:extLst>
                  <a:ext uri="{FF2B5EF4-FFF2-40B4-BE49-F238E27FC236}">
                    <a16:creationId xmlns:a16="http://schemas.microsoft.com/office/drawing/2014/main" id="{AC114BA7-B808-0C61-F4C4-498846EB2C1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3" name="Freeform 6">
                <a:extLst>
                  <a:ext uri="{FF2B5EF4-FFF2-40B4-BE49-F238E27FC236}">
                    <a16:creationId xmlns:a16="http://schemas.microsoft.com/office/drawing/2014/main" id="{03055FF5-EB33-F09D-784D-C7AD0188032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4" name="Freeform 7">
                <a:extLst>
                  <a:ext uri="{FF2B5EF4-FFF2-40B4-BE49-F238E27FC236}">
                    <a16:creationId xmlns:a16="http://schemas.microsoft.com/office/drawing/2014/main" id="{EF0C28DE-3EA0-613C-F6F5-A668E5A933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5" name="Freeform 8">
                <a:extLst>
                  <a:ext uri="{FF2B5EF4-FFF2-40B4-BE49-F238E27FC236}">
                    <a16:creationId xmlns:a16="http://schemas.microsoft.com/office/drawing/2014/main" id="{AA3A9144-5E21-1340-D82E-781E8E03088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6" name="Freeform 9">
                <a:extLst>
                  <a:ext uri="{FF2B5EF4-FFF2-40B4-BE49-F238E27FC236}">
                    <a16:creationId xmlns:a16="http://schemas.microsoft.com/office/drawing/2014/main" id="{16E502AF-0487-43AF-00DB-14F962B92CF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7" name="Freeform 10">
                <a:extLst>
                  <a:ext uri="{FF2B5EF4-FFF2-40B4-BE49-F238E27FC236}">
                    <a16:creationId xmlns:a16="http://schemas.microsoft.com/office/drawing/2014/main" id="{0DE8FD0D-C28A-B61F-DFEE-6F90FAD7BFA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8" name="Freeform 11">
                <a:extLst>
                  <a:ext uri="{FF2B5EF4-FFF2-40B4-BE49-F238E27FC236}">
                    <a16:creationId xmlns:a16="http://schemas.microsoft.com/office/drawing/2014/main" id="{F351CFF9-9DD1-E9B5-EE76-334AE5F0349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9" name="Freeform 12">
                <a:extLst>
                  <a:ext uri="{FF2B5EF4-FFF2-40B4-BE49-F238E27FC236}">
                    <a16:creationId xmlns:a16="http://schemas.microsoft.com/office/drawing/2014/main" id="{5CBDFCA1-F27C-774F-EB38-070587A34AB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0" name="Freeform 13">
                <a:extLst>
                  <a:ext uri="{FF2B5EF4-FFF2-40B4-BE49-F238E27FC236}">
                    <a16:creationId xmlns:a16="http://schemas.microsoft.com/office/drawing/2014/main" id="{32C7C41D-9C2F-F9CB-F801-1289ECF5E58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1" name="Freeform 14">
                <a:extLst>
                  <a:ext uri="{FF2B5EF4-FFF2-40B4-BE49-F238E27FC236}">
                    <a16:creationId xmlns:a16="http://schemas.microsoft.com/office/drawing/2014/main" id="{D3D8F53A-7C54-73FF-7202-68AF9530CEF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2" name="Freeform 15">
                <a:extLst>
                  <a:ext uri="{FF2B5EF4-FFF2-40B4-BE49-F238E27FC236}">
                    <a16:creationId xmlns:a16="http://schemas.microsoft.com/office/drawing/2014/main" id="{BD2B90D5-630B-CFC6-CE5B-4A3E778474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3" name="Freeform 16">
                <a:extLst>
                  <a:ext uri="{FF2B5EF4-FFF2-40B4-BE49-F238E27FC236}">
                    <a16:creationId xmlns:a16="http://schemas.microsoft.com/office/drawing/2014/main" id="{44BDC175-2104-E7E3-2519-DA2F92A4A93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4" name="Freeform 17">
                <a:extLst>
                  <a:ext uri="{FF2B5EF4-FFF2-40B4-BE49-F238E27FC236}">
                    <a16:creationId xmlns:a16="http://schemas.microsoft.com/office/drawing/2014/main" id="{E76CB955-2FC2-83C2-AC09-AD01BCCF1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5" name="Rectangle 18">
                <a:extLst>
                  <a:ext uri="{FF2B5EF4-FFF2-40B4-BE49-F238E27FC236}">
                    <a16:creationId xmlns:a16="http://schemas.microsoft.com/office/drawing/2014/main" id="{BB15E459-A560-CBA7-38D2-49EC0DF1798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6" name="Freeform 19">
                <a:extLst>
                  <a:ext uri="{FF2B5EF4-FFF2-40B4-BE49-F238E27FC236}">
                    <a16:creationId xmlns:a16="http://schemas.microsoft.com/office/drawing/2014/main" id="{A894E637-6612-023A-5D26-292EB224BB2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7" name="Freeform 20">
                <a:extLst>
                  <a:ext uri="{FF2B5EF4-FFF2-40B4-BE49-F238E27FC236}">
                    <a16:creationId xmlns:a16="http://schemas.microsoft.com/office/drawing/2014/main" id="{C612BEEF-FFCF-00C7-83E8-3D6CD89DD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8" name="Freeform 21">
                <a:extLst>
                  <a:ext uri="{FF2B5EF4-FFF2-40B4-BE49-F238E27FC236}">
                    <a16:creationId xmlns:a16="http://schemas.microsoft.com/office/drawing/2014/main" id="{535443A8-F420-58B0-6940-C7217CB7D3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9" name="Freeform 22">
                <a:extLst>
                  <a:ext uri="{FF2B5EF4-FFF2-40B4-BE49-F238E27FC236}">
                    <a16:creationId xmlns:a16="http://schemas.microsoft.com/office/drawing/2014/main" id="{D577C4C5-162A-509E-0F90-2D9CF5560B4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0" name="Freeform 23">
                <a:extLst>
                  <a:ext uri="{FF2B5EF4-FFF2-40B4-BE49-F238E27FC236}">
                    <a16:creationId xmlns:a16="http://schemas.microsoft.com/office/drawing/2014/main" id="{9CB671CE-477D-F1B3-6894-F85448189A9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1" name="Freeform 24">
                <a:extLst>
                  <a:ext uri="{FF2B5EF4-FFF2-40B4-BE49-F238E27FC236}">
                    <a16:creationId xmlns:a16="http://schemas.microsoft.com/office/drawing/2014/main" id="{2D545142-881D-002A-830D-2B1960B7F79A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2" name="Freeform 25">
                <a:extLst>
                  <a:ext uri="{FF2B5EF4-FFF2-40B4-BE49-F238E27FC236}">
                    <a16:creationId xmlns:a16="http://schemas.microsoft.com/office/drawing/2014/main" id="{5C959273-267C-8CBA-996C-EC8514CCD7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3" name="Rectangle 26">
                <a:extLst>
                  <a:ext uri="{FF2B5EF4-FFF2-40B4-BE49-F238E27FC236}">
                    <a16:creationId xmlns:a16="http://schemas.microsoft.com/office/drawing/2014/main" id="{2F1B0169-414B-8F53-D204-E4FC9132C39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4" name="Rectangle 27">
                <a:extLst>
                  <a:ext uri="{FF2B5EF4-FFF2-40B4-BE49-F238E27FC236}">
                    <a16:creationId xmlns:a16="http://schemas.microsoft.com/office/drawing/2014/main" id="{FD3CEF0B-9316-CAAF-B811-7977EA0FDC7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  <p:sp>
          <p:nvSpPr>
            <p:cNvPr id="64" name="Rectangle 28">
              <a:extLst>
                <a:ext uri="{FF2B5EF4-FFF2-40B4-BE49-F238E27FC236}">
                  <a16:creationId xmlns:a16="http://schemas.microsoft.com/office/drawing/2014/main" id="{C44969F7-1BF0-A4FA-F4EB-8003272D98C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AB97A83-AA92-5D2A-D89F-2B85130F597F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66" name="Freeform 29">
                <a:extLst>
                  <a:ext uri="{FF2B5EF4-FFF2-40B4-BE49-F238E27FC236}">
                    <a16:creationId xmlns:a16="http://schemas.microsoft.com/office/drawing/2014/main" id="{93913DCE-D7C5-993F-1CBD-D671F4E01A3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7" name="Freeform 30">
                <a:extLst>
                  <a:ext uri="{FF2B5EF4-FFF2-40B4-BE49-F238E27FC236}">
                    <a16:creationId xmlns:a16="http://schemas.microsoft.com/office/drawing/2014/main" id="{6D0A5711-84F8-6852-FC23-C9222B8AB05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8" name="Freeform 31">
                <a:extLst>
                  <a:ext uri="{FF2B5EF4-FFF2-40B4-BE49-F238E27FC236}">
                    <a16:creationId xmlns:a16="http://schemas.microsoft.com/office/drawing/2014/main" id="{185085EF-D1B3-20ED-1267-AC7FAB1644F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9" name="Freeform 32">
                <a:extLst>
                  <a:ext uri="{FF2B5EF4-FFF2-40B4-BE49-F238E27FC236}">
                    <a16:creationId xmlns:a16="http://schemas.microsoft.com/office/drawing/2014/main" id="{8434C32D-C325-1F32-5E19-6C9FC933AC3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0" name="Freeform 33">
                <a:extLst>
                  <a:ext uri="{FF2B5EF4-FFF2-40B4-BE49-F238E27FC236}">
                    <a16:creationId xmlns:a16="http://schemas.microsoft.com/office/drawing/2014/main" id="{A281B950-B57F-4814-65C4-87F843CA0E1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1" name="Freeform 34">
                <a:extLst>
                  <a:ext uri="{FF2B5EF4-FFF2-40B4-BE49-F238E27FC236}">
                    <a16:creationId xmlns:a16="http://schemas.microsoft.com/office/drawing/2014/main" id="{EE465ED6-53DE-A385-42CB-0B5A7547734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20E6808-E70B-FA4B-99F6-1C02BBC16598}"/>
              </a:ext>
            </a:extLst>
          </p:cNvPr>
          <p:cNvGrpSpPr/>
          <p:nvPr/>
        </p:nvGrpSpPr>
        <p:grpSpPr>
          <a:xfrm>
            <a:off x="1539348" y="3561908"/>
            <a:ext cx="7853422" cy="1769127"/>
            <a:chOff x="541049" y="2649538"/>
            <a:chExt cx="9285724" cy="2092325"/>
          </a:xfrm>
          <a:solidFill>
            <a:schemeClr val="bg1"/>
          </a:solidFill>
        </p:grpSpPr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4C297CEF-136F-B1B7-09B1-55E4D7563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4" name="Freeform 6">
              <a:extLst>
                <a:ext uri="{FF2B5EF4-FFF2-40B4-BE49-F238E27FC236}">
                  <a16:creationId xmlns:a16="http://schemas.microsoft.com/office/drawing/2014/main" id="{622BAF6B-1742-15FD-B0EB-40B8C3DC11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788B3367-A4C9-CCD9-A688-1D2826A4B0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3" name="Freeform 8">
              <a:extLst>
                <a:ext uri="{FF2B5EF4-FFF2-40B4-BE49-F238E27FC236}">
                  <a16:creationId xmlns:a16="http://schemas.microsoft.com/office/drawing/2014/main" id="{E75C15B3-8177-7E6B-C4A7-1B9D3FB9D0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4" name="Freeform 9">
              <a:extLst>
                <a:ext uri="{FF2B5EF4-FFF2-40B4-BE49-F238E27FC236}">
                  <a16:creationId xmlns:a16="http://schemas.microsoft.com/office/drawing/2014/main" id="{AA27F0F6-EBAD-77B3-0964-617F5FC5A0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5" name="Freeform 10">
              <a:extLst>
                <a:ext uri="{FF2B5EF4-FFF2-40B4-BE49-F238E27FC236}">
                  <a16:creationId xmlns:a16="http://schemas.microsoft.com/office/drawing/2014/main" id="{0D449E32-BCCB-5FA7-37E4-30FF7569B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6" name="Oval 11">
              <a:extLst>
                <a:ext uri="{FF2B5EF4-FFF2-40B4-BE49-F238E27FC236}">
                  <a16:creationId xmlns:a16="http://schemas.microsoft.com/office/drawing/2014/main" id="{DF4FD3AA-2A1C-04CA-7759-A7926327B4A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792941446"/>
      </p:ext>
    </p:extLst>
  </p:cSld>
  <p:clrMapOvr>
    <a:masterClrMapping/>
  </p:clrMapOvr>
  <p:transition spd="med"/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27660"/>
            <a:ext cx="9914678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200" b="1" kern="1200" cap="none" spc="-15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幻灯片</a:t>
            </a:r>
            <a:br>
              <a:rPr lang="zh-CN" altLang="en-US" dirty="0"/>
            </a:br>
            <a:r>
              <a:rPr lang="zh-CN" altLang="en-US" dirty="0"/>
              <a:t>演示标题</a:t>
            </a:r>
            <a:br>
              <a:rPr lang="zh-CN" altLang="en-US" dirty="0"/>
            </a:br>
            <a:r>
              <a:rPr lang="zh-CN" altLang="en-US" dirty="0"/>
              <a:t>区域</a:t>
            </a:r>
            <a:endParaRPr lang="en-US" dirty="0"/>
          </a:p>
        </p:txBody>
      </p:sp>
      <p:sp>
        <p:nvSpPr>
          <p:cNvPr id="5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ts val="27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主讲人姓名 </a:t>
            </a:r>
            <a:r>
              <a:rPr lang="en-US" altLang="zh-CN" dirty="0"/>
              <a:t>| </a:t>
            </a:r>
            <a:r>
              <a:rPr lang="zh-CN" altLang="en-US" dirty="0"/>
              <a:t>日期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0529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6BD304-FAC7-4023-9B54-8984F7387559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10152631" y="2542790"/>
            <a:ext cx="3058160" cy="1020580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BBDE3D-E4E2-42E5-9F26-00C1500EFD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27C222CE-31C9-4AE2-A9DE-A34ECC37F0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710DBB3B-7FB8-4ACB-8FA4-3F2A105B9B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3E443DA7-CC51-4460-98C4-193A73750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E1BCDB13-2B5A-46EC-B1D6-C526DEAA84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EDDE8EA-BE8E-4066-AB4A-21CD274354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F442D16-F34F-4D4E-A65A-8C3BC17F2F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50529" y="762000"/>
            <a:ext cx="3942091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rgbClr val="4D144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788026555"/>
      </p:ext>
    </p:extLst>
  </p:cSld>
  <p:clrMapOvr>
    <a:masterClrMapping/>
  </p:clrMapOvr>
  <p:transition spd="med"/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24000"/>
            <a:ext cx="9914678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2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幻灯片</a:t>
            </a:r>
            <a:br>
              <a:rPr lang="zh-CN" altLang="en-US" dirty="0"/>
            </a:br>
            <a:r>
              <a:rPr lang="zh-CN" altLang="en-US" dirty="0"/>
              <a:t>演示标题</a:t>
            </a:r>
            <a:br>
              <a:rPr lang="zh-CN" altLang="en-US" dirty="0"/>
            </a:br>
            <a:r>
              <a:rPr lang="zh-CN" altLang="en-US" dirty="0"/>
              <a:t>区域</a:t>
            </a:r>
            <a:endParaRPr lang="en-US" dirty="0"/>
          </a:p>
        </p:txBody>
      </p:sp>
      <p:sp>
        <p:nvSpPr>
          <p:cNvPr id="5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ts val="27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主讲人姓名 </a:t>
            </a:r>
            <a:r>
              <a:rPr lang="en-US" altLang="zh-CN" dirty="0"/>
              <a:t>| </a:t>
            </a:r>
            <a:r>
              <a:rPr lang="zh-CN" altLang="en-US" dirty="0"/>
              <a:t>日期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10152631" y="2542790"/>
            <a:ext cx="3058160" cy="1020580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158C3A6B-F5BB-E37E-DB3D-C1ABEA07F2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1" name="Freeform 8">
              <a:extLst>
                <a:ext uri="{FF2B5EF4-FFF2-40B4-BE49-F238E27FC236}">
                  <a16:creationId xmlns:a16="http://schemas.microsoft.com/office/drawing/2014/main" id="{A56AE87F-217D-4207-F227-987A2E7FEB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D65BCC2D-74A9-8E37-6BBC-33B74966DA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BA8558ED-E4BF-D888-EF3B-A311AFE8C4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AFF1776F-9DBA-D51E-8F71-E1FB30D767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820D6E3B-9704-EBDF-9D0D-A571A36CB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50529" y="762000"/>
            <a:ext cx="3942091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375F64-E651-1A0A-ABF1-9C38BA663F9F}"/>
              </a:ext>
            </a:extLst>
          </p:cNvPr>
          <p:cNvSpPr txBox="1"/>
          <p:nvPr/>
        </p:nvSpPr>
        <p:spPr>
          <a:xfrm>
            <a:off x="750529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062468541"/>
      </p:ext>
    </p:extLst>
  </p:cSld>
  <p:clrMapOvr>
    <a:masterClrMapping/>
  </p:clrMapOvr>
  <p:transition spd="med"/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89C3EB64-A851-71DD-8882-1FDB7C2E99CB}"/>
              </a:ext>
            </a:extLst>
          </p:cNvPr>
          <p:cNvSpPr txBox="1"/>
          <p:nvPr/>
        </p:nvSpPr>
        <p:spPr>
          <a:xfrm>
            <a:off x="1603772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4C2BE-620B-6B7D-1426-F9CB0B9DB688}"/>
              </a:ext>
            </a:extLst>
          </p:cNvPr>
          <p:cNvGrpSpPr>
            <a:grpSpLocks noChangeAspect="1"/>
          </p:cNvGrpSpPr>
          <p:nvPr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002FA1-87AB-10E7-DF14-BCD2904245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FC16D85-BEED-1820-DFF9-5D8B0AACAC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1F2566FE-64C0-16F6-945D-2961668799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D3B60C47-FE53-B519-B5B0-91907EAADB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51BD7309-4598-0B4D-F955-25A4778655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3AB317A1-606F-084E-CD32-A64A53D259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3ECEF077-D5E5-A906-C26A-748935BA5E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8" y="1549492"/>
            <a:ext cx="6265272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ts val="5700"/>
              </a:lnSpc>
              <a:spcBef>
                <a:spcPct val="0"/>
              </a:spcBef>
              <a:buNone/>
              <a:defRPr lang="en-US" sz="5400" b="1" kern="1200" cap="none" spc="-15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章节标题区域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528" y="4328650"/>
            <a:ext cx="6265272" cy="34624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ts val="2700"/>
              </a:lnSpc>
              <a:spcBef>
                <a:spcPts val="0"/>
              </a:spcBef>
              <a:buNone/>
              <a:defRPr sz="24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副标题区域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2F89-ADF9-0A52-8877-914CA372E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1805347"/>
      </p:ext>
    </p:extLst>
  </p:cSld>
  <p:clrMapOvr>
    <a:masterClrMapping/>
  </p:clrMapOvr>
  <p:transition spd="med"/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C50D814F-EE5B-C084-7424-D39C0DE54FF7}"/>
              </a:ext>
            </a:extLst>
          </p:cNvPr>
          <p:cNvSpPr txBox="1"/>
          <p:nvPr/>
        </p:nvSpPr>
        <p:spPr>
          <a:xfrm>
            <a:off x="1603772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498D60-2F6C-6ADE-BB9A-D957660E0731}"/>
              </a:ext>
            </a:extLst>
          </p:cNvPr>
          <p:cNvGrpSpPr>
            <a:grpSpLocks noChangeAspect="1"/>
          </p:cNvGrpSpPr>
          <p:nvPr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414641-DA5A-BDF2-889C-1430A63E35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6CAA72E6-FAE3-6740-34C0-7A08091254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0EE70422-5E10-8634-79CC-15428116CD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F9B9866C-878A-3BAE-D601-6317EEEB78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20DD7C9B-A88C-7ECB-27AE-CB4579CDB9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084B2859-A58F-9171-5328-94CFD162F5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DC1829C2-6CD9-FE35-3F45-EEC10E2F16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49492"/>
            <a:ext cx="6265272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ts val="5700"/>
              </a:lnSpc>
              <a:spcBef>
                <a:spcPct val="0"/>
              </a:spcBef>
              <a:buNone/>
              <a:defRPr lang="en-US" sz="54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章节标题区域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529" y="4328650"/>
            <a:ext cx="6265272" cy="346249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lnSpc>
                <a:spcPts val="2700"/>
              </a:lnSpc>
              <a:spcBef>
                <a:spcPts val="0"/>
              </a:spcBef>
              <a:buNone/>
              <a:defRPr sz="2400" spc="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副标题区域 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1CC465-FDF1-C0A2-5A83-FB03B2F0F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2768414"/>
      </p:ext>
    </p:extLst>
  </p:cSld>
  <p:clrMapOvr>
    <a:masterClrMapping/>
  </p:clrMapOvr>
  <p:transition spd="med"/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A0C0A2-1C95-CF60-15E7-57B445A899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331542"/>
      </p:ext>
    </p:extLst>
  </p:cSld>
  <p:clrMapOvr>
    <a:masterClrMapping/>
  </p:clrMapOvr>
  <p:transition spd="med"/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45D89D-54AB-A7D6-4141-95E6B3C369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8358405"/>
      </p:ext>
    </p:extLst>
  </p:cSld>
  <p:clrMapOvr>
    <a:masterClrMapping/>
  </p:clrMapOvr>
  <p:transition spd="med"/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Sub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5B6443-4299-282C-565B-68E5F97027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6733530"/>
      </p:ext>
    </p:extLst>
  </p:cSld>
  <p:clrMapOvr>
    <a:masterClrMapping/>
  </p:clrMapOvr>
  <p:transition spd="med"/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Sub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altLang="zh-CN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296FD5-38BC-1E97-5513-17F333DF59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3934867"/>
      </p:ext>
    </p:extLst>
  </p:cSld>
  <p:clrMapOvr>
    <a:masterClrMapping/>
  </p:clrMapOvr>
  <p:transition spd="med"/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8880"/>
            <a:ext cx="1067382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C5559F-D4D6-DA53-A720-07C2A2D68F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9861489"/>
      </p:ext>
    </p:extLst>
  </p:cSld>
  <p:clrMapOvr>
    <a:masterClrMapping/>
  </p:clrMapOvr>
  <p:transition spd="med"/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2" y="1308880"/>
            <a:ext cx="1067077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190EFC-69A6-D92C-008E-75B891AE7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1568198"/>
      </p:ext>
    </p:extLst>
  </p:cSld>
  <p:clrMapOvr>
    <a:masterClrMapping/>
  </p:clrMapOvr>
  <p:transition spd="med"/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Subtitl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749388"/>
            <a:ext cx="1067382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altLang="zh-CN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7BD319-CE6A-C56C-FAF4-F7D3C4B20C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7589405"/>
      </p:ext>
    </p:extLst>
  </p:cSld>
  <p:clrMapOvr>
    <a:masterClrMapping/>
  </p:clrMapOvr>
  <p:transition spd="med"/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Subtitle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749389"/>
            <a:ext cx="1067382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altLang="zh-CN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F390D5-FAC3-3E07-D977-2FACDFA7E8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9453672"/>
      </p:ext>
    </p:extLst>
  </p:cSld>
  <p:clrMapOvr>
    <a:masterClrMapping/>
  </p:clrMapOvr>
  <p:transition spd="med"/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307593"/>
            <a:ext cx="5070324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4" hasCustomPrompt="1"/>
          </p:nvPr>
        </p:nvSpPr>
        <p:spPr bwMode="gray">
          <a:xfrm>
            <a:off x="6340962" y="1307593"/>
            <a:ext cx="506709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FE5186-E704-46DB-A234-0339427F82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6889463"/>
      </p:ext>
    </p:extLst>
  </p:cSld>
  <p:clrMapOvr>
    <a:masterClrMapping/>
  </p:clrMapOvr>
  <p:transition spd="med"/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307594"/>
            <a:ext cx="5070324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4" hasCustomPrompt="1"/>
          </p:nvPr>
        </p:nvSpPr>
        <p:spPr bwMode="gray">
          <a:xfrm>
            <a:off x="6340962" y="1307594"/>
            <a:ext cx="506709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D52F52-4191-E70A-A15D-3F4D0CF0AA2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0424637"/>
      </p:ext>
    </p:extLst>
  </p:cSld>
  <p:clrMapOvr>
    <a:masterClrMapping/>
  </p:clrMapOvr>
  <p:transition spd="med"/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4378398" y="1307594"/>
            <a:ext cx="3344059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8017903" y="1307594"/>
            <a:ext cx="341653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61C74C-45BE-3DE8-0DFD-4B97D814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5559672"/>
      </p:ext>
    </p:extLst>
  </p:cSld>
  <p:clrMapOvr>
    <a:masterClrMapping/>
  </p:clrMapOvr>
  <p:transition spd="med"/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ree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4378399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8017903" y="1307594"/>
            <a:ext cx="341653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92B045-EC23-B30D-E716-8FEBB279E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8666132"/>
      </p:ext>
    </p:extLst>
  </p:cSld>
  <p:clrMapOvr>
    <a:masterClrMapping/>
  </p:clrMapOvr>
  <p:transition spd="med"/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5725006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3"/>
            <a:ext cx="572500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8199" y="0"/>
            <a:ext cx="53338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F3C117-A202-AC1A-30DA-A95049B267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5743241"/>
      </p:ext>
    </p:extLst>
  </p:cSld>
  <p:clrMapOvr>
    <a:masterClrMapping/>
  </p:clrMapOvr>
  <p:transition spd="med"/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/Imag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5725006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3"/>
            <a:ext cx="5725006" cy="491958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8199" y="0"/>
            <a:ext cx="53338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E7426-E0FB-DA60-E1E0-A41FD9009F5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806501"/>
      </p:ext>
    </p:extLst>
  </p:cSld>
  <p:clrMapOvr>
    <a:masterClrMapping/>
  </p:clrMapOvr>
  <p:transition spd="med"/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+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" y="0"/>
            <a:ext cx="4062849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C9E4313D-4BB5-4FBE-BED7-2E337B7C6B9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672569" y="6400800"/>
            <a:ext cx="439026" cy="155448"/>
          </a:xfrm>
        </p:spPr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1CFF5BD6-17CC-00C1-ADCF-B04D6703F62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71604" y="0"/>
            <a:ext cx="7620396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1A0E3B-4CFE-F883-3C78-D9A6BE41AE0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0610" y="995010"/>
            <a:ext cx="3428016" cy="1436465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3800" b="1" strike="noStrike" spc="-15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zh-CN" altLang="en-US" dirty="0"/>
              <a:t>单击文本框</a:t>
            </a:r>
            <a:endParaRPr lang="en-US" altLang="zh-CN" dirty="0"/>
          </a:p>
          <a:p>
            <a:pPr lvl="0"/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5F96A18-152F-7D42-F172-C8D7F6B28F2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2815936"/>
            <a:ext cx="3428016" cy="3280064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384175"/>
      </p:ext>
    </p:extLst>
  </p:cSld>
  <p:clrMapOvr>
    <a:masterClrMapping/>
  </p:clrMapOvr>
  <p:transition spd="med"/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hoto + Statement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" y="0"/>
            <a:ext cx="4062849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571604" y="0"/>
            <a:ext cx="7620396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182470-3621-1323-235D-7DBA176E68E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C11FB6FD-7B80-D920-2B92-D358B18446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0610" y="995010"/>
            <a:ext cx="3428016" cy="1436465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3800" b="1" strike="noStrike" spc="-15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zh-CN" altLang="en-US" dirty="0"/>
              <a:t>单击文本框</a:t>
            </a:r>
            <a:endParaRPr lang="en-US" altLang="zh-CN" dirty="0"/>
          </a:p>
          <a:p>
            <a:pPr lvl="0"/>
            <a:r>
              <a:rPr lang="zh-CN" altLang="en-US" dirty="0"/>
              <a:t>添加标题</a:t>
            </a:r>
            <a:endParaRPr lang="en-US" altLang="zh-CN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F150789-C64C-B456-4B9A-24AED7315FB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2815936"/>
            <a:ext cx="3428016" cy="3280064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881810"/>
      </p:ext>
    </p:extLst>
  </p:cSld>
  <p:clrMapOvr>
    <a:masterClrMapping/>
  </p:clrMapOvr>
  <p:transition spd="med"/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611" y="1863188"/>
            <a:ext cx="10670779" cy="3131627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ts val="7900"/>
              </a:lnSpc>
              <a:spcBef>
                <a:spcPts val="0"/>
              </a:spcBef>
              <a:buNone/>
              <a:defRPr sz="7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494" indent="0">
              <a:buNone/>
              <a:defRPr/>
            </a:lvl2pPr>
          </a:lstStyle>
          <a:p>
            <a:pPr lvl="0"/>
            <a:r>
              <a:rPr lang="zh-CN" altLang="en-US" dirty="0"/>
              <a:t>点击此处添加</a:t>
            </a:r>
            <a:endParaRPr lang="en-US" altLang="zh-CN" dirty="0"/>
          </a:p>
          <a:p>
            <a:pPr lvl="0"/>
            <a:r>
              <a:rPr lang="zh-CN" altLang="en-US" dirty="0"/>
              <a:t>重要的想法、声明</a:t>
            </a:r>
            <a:endParaRPr lang="en-US" altLang="zh-CN" dirty="0"/>
          </a:p>
          <a:p>
            <a:pPr lvl="0"/>
            <a:r>
              <a:rPr lang="zh-CN" altLang="en-US" dirty="0"/>
              <a:t>或主题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04133666"/>
      </p:ext>
    </p:extLst>
  </p:cSld>
  <p:clrMapOvr>
    <a:masterClrMapping/>
  </p:clrMapOvr>
  <p:transition spd="med"/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/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5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 hasCustomPrompt="1"/>
          </p:nvPr>
        </p:nvSpPr>
        <p:spPr bwMode="gray">
          <a:xfrm>
            <a:off x="6858198" y="1307593"/>
            <a:ext cx="4573192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8198" y="442528"/>
            <a:ext cx="4573192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FBC96C-E04F-90E6-1BBE-C65ECD6E5C1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8140212"/>
      </p:ext>
    </p:extLst>
  </p:cSld>
  <p:clrMapOvr>
    <a:masterClrMapping/>
  </p:clrMapOvr>
  <p:transition spd="med"/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/ Produc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5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 hasCustomPrompt="1"/>
          </p:nvPr>
        </p:nvSpPr>
        <p:spPr bwMode="gray">
          <a:xfrm>
            <a:off x="6858200" y="1307592"/>
            <a:ext cx="4573191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8199" y="442529"/>
            <a:ext cx="4573192" cy="42319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A84DA8-2577-7EF4-6122-06E4DEEB80A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98805"/>
      </p:ext>
    </p:extLst>
  </p:cSld>
  <p:clrMapOvr>
    <a:masterClrMapping/>
  </p:clrMapOvr>
  <p:transition spd="med"/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9"/>
            <a:ext cx="10673829" cy="42319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612" y="1524000"/>
            <a:ext cx="10670779" cy="4572000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000" baseline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点击此图标创建图标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E9C038-E754-006F-B382-D714EB9495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6251689"/>
      </p:ext>
    </p:extLst>
  </p:cSld>
  <p:clrMapOvr>
    <a:masterClrMapping/>
  </p:clrMapOvr>
  <p:transition spd="med"/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rt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612" y="1524000"/>
            <a:ext cx="10670779" cy="4572001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0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点击此图标创建图标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222CEF-FCD3-E840-7AE1-E900A5D59C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5069751"/>
      </p:ext>
    </p:extLst>
  </p:cSld>
  <p:clrMapOvr>
    <a:masterClrMapping/>
  </p:clrMapOvr>
  <p:transition spd="med"/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2E9409-35B8-57EB-2941-154C5CA02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5200426"/>
      </p:ext>
    </p:extLst>
  </p:cSld>
  <p:clrMapOvr>
    <a:masterClrMapping/>
  </p:clrMapOvr>
  <p:transition spd="med"/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94B782-D6B1-E164-080E-40821B7DAF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7946225"/>
      </p:ext>
    </p:extLst>
  </p:cSld>
  <p:clrMapOvr>
    <a:masterClrMapping/>
  </p:clrMapOvr>
  <p:transition spd="med"/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165">
            <a:extLst>
              <a:ext uri="{FF2B5EF4-FFF2-40B4-BE49-F238E27FC236}">
                <a16:creationId xmlns:a16="http://schemas.microsoft.com/office/drawing/2014/main" id="{45DF6D6F-9C39-7C31-64D4-4BCE9C9CA5D6}"/>
              </a:ext>
            </a:extLst>
          </p:cNvPr>
          <p:cNvGrpSpPr/>
          <p:nvPr/>
        </p:nvGrpSpPr>
        <p:grpSpPr>
          <a:xfrm>
            <a:off x="1539348" y="3561908"/>
            <a:ext cx="7853422" cy="1769127"/>
            <a:chOff x="541049" y="2649538"/>
            <a:chExt cx="9285724" cy="2092325"/>
          </a:xfrm>
          <a:solidFill>
            <a:srgbClr val="4D144A"/>
          </a:solidFill>
        </p:grpSpPr>
        <p:sp>
          <p:nvSpPr>
            <p:cNvPr id="167" name="Freeform 5">
              <a:extLst>
                <a:ext uri="{FF2B5EF4-FFF2-40B4-BE49-F238E27FC236}">
                  <a16:creationId xmlns:a16="http://schemas.microsoft.com/office/drawing/2014/main" id="{E109AFA1-C190-E6CF-D819-5DDBF44B5E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68" name="Freeform 6">
              <a:extLst>
                <a:ext uri="{FF2B5EF4-FFF2-40B4-BE49-F238E27FC236}">
                  <a16:creationId xmlns:a16="http://schemas.microsoft.com/office/drawing/2014/main" id="{1969BD4D-0C40-739F-FF6B-4214C2BEBC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69" name="Freeform 7">
              <a:extLst>
                <a:ext uri="{FF2B5EF4-FFF2-40B4-BE49-F238E27FC236}">
                  <a16:creationId xmlns:a16="http://schemas.microsoft.com/office/drawing/2014/main" id="{6DB7C37A-1FE6-9BFA-5E83-3EC0F79497F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0" name="Freeform 8">
              <a:extLst>
                <a:ext uri="{FF2B5EF4-FFF2-40B4-BE49-F238E27FC236}">
                  <a16:creationId xmlns:a16="http://schemas.microsoft.com/office/drawing/2014/main" id="{3AEA624F-19C6-31CA-5CD9-7E42ED68DA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1" name="Freeform 9">
              <a:extLst>
                <a:ext uri="{FF2B5EF4-FFF2-40B4-BE49-F238E27FC236}">
                  <a16:creationId xmlns:a16="http://schemas.microsoft.com/office/drawing/2014/main" id="{ED142D15-3F97-1719-8D74-37D26D1CAA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2" name="Freeform 10">
              <a:extLst>
                <a:ext uri="{FF2B5EF4-FFF2-40B4-BE49-F238E27FC236}">
                  <a16:creationId xmlns:a16="http://schemas.microsoft.com/office/drawing/2014/main" id="{6FEBB0B2-4586-05AB-B4FE-055E54F117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3" name="Oval 11">
              <a:extLst>
                <a:ext uri="{FF2B5EF4-FFF2-40B4-BE49-F238E27FC236}">
                  <a16:creationId xmlns:a16="http://schemas.microsoft.com/office/drawing/2014/main" id="{70877F96-1F23-E1FC-71E9-01EE358F60F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B2584B0-B37E-E020-07A7-BAB961C43514}"/>
              </a:ext>
            </a:extLst>
          </p:cNvPr>
          <p:cNvGrpSpPr/>
          <p:nvPr/>
        </p:nvGrpSpPr>
        <p:grpSpPr>
          <a:xfrm>
            <a:off x="9392771" y="767096"/>
            <a:ext cx="2800816" cy="1898696"/>
            <a:chOff x="9390324" y="767096"/>
            <a:chExt cx="2800087" cy="1898696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9DB8BCA-C082-90D7-926B-C6CF4AF09E1C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accent1"/>
            </a:solidFill>
          </p:grpSpPr>
          <p:sp>
            <p:nvSpPr>
              <p:cNvPr id="46" name="Freeform 5">
                <a:extLst>
                  <a:ext uri="{FF2B5EF4-FFF2-40B4-BE49-F238E27FC236}">
                    <a16:creationId xmlns:a16="http://schemas.microsoft.com/office/drawing/2014/main" id="{752B143C-EA30-88CF-4159-D3220D52439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7" name="Freeform 6">
                <a:extLst>
                  <a:ext uri="{FF2B5EF4-FFF2-40B4-BE49-F238E27FC236}">
                    <a16:creationId xmlns:a16="http://schemas.microsoft.com/office/drawing/2014/main" id="{2BD38F57-84A8-6CE5-5871-808CD68267FD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8" name="Freeform 7">
                <a:extLst>
                  <a:ext uri="{FF2B5EF4-FFF2-40B4-BE49-F238E27FC236}">
                    <a16:creationId xmlns:a16="http://schemas.microsoft.com/office/drawing/2014/main" id="{AA0572EA-FFDA-D8B6-A96C-DF4D0432044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9" name="Freeform 8">
                <a:extLst>
                  <a:ext uri="{FF2B5EF4-FFF2-40B4-BE49-F238E27FC236}">
                    <a16:creationId xmlns:a16="http://schemas.microsoft.com/office/drawing/2014/main" id="{9BA36A6F-FB71-28DB-07CD-B21FF32CAA7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0" name="Freeform 9">
                <a:extLst>
                  <a:ext uri="{FF2B5EF4-FFF2-40B4-BE49-F238E27FC236}">
                    <a16:creationId xmlns:a16="http://schemas.microsoft.com/office/drawing/2014/main" id="{44D95805-4759-1419-A377-A8CF32C8756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1" name="Freeform 10">
                <a:extLst>
                  <a:ext uri="{FF2B5EF4-FFF2-40B4-BE49-F238E27FC236}">
                    <a16:creationId xmlns:a16="http://schemas.microsoft.com/office/drawing/2014/main" id="{2EDA3D6C-6EEF-5BB3-A5FE-991573A77F6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2" name="Freeform 11">
                <a:extLst>
                  <a:ext uri="{FF2B5EF4-FFF2-40B4-BE49-F238E27FC236}">
                    <a16:creationId xmlns:a16="http://schemas.microsoft.com/office/drawing/2014/main" id="{6D486C55-E23B-1872-D405-5DC8D2CA45F3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3" name="Freeform 12">
                <a:extLst>
                  <a:ext uri="{FF2B5EF4-FFF2-40B4-BE49-F238E27FC236}">
                    <a16:creationId xmlns:a16="http://schemas.microsoft.com/office/drawing/2014/main" id="{B6A43306-05AB-DDD0-5F08-A0BE5CD4518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4" name="Freeform 13">
                <a:extLst>
                  <a:ext uri="{FF2B5EF4-FFF2-40B4-BE49-F238E27FC236}">
                    <a16:creationId xmlns:a16="http://schemas.microsoft.com/office/drawing/2014/main" id="{D49034F6-E32B-0A8D-D89B-AA4488391FC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5" name="Freeform 14">
                <a:extLst>
                  <a:ext uri="{FF2B5EF4-FFF2-40B4-BE49-F238E27FC236}">
                    <a16:creationId xmlns:a16="http://schemas.microsoft.com/office/drawing/2014/main" id="{F7F6E1B7-B4ED-1699-C492-0032C5B8242D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6" name="Freeform 15">
                <a:extLst>
                  <a:ext uri="{FF2B5EF4-FFF2-40B4-BE49-F238E27FC236}">
                    <a16:creationId xmlns:a16="http://schemas.microsoft.com/office/drawing/2014/main" id="{114EE99C-9EC5-3C6C-64A0-3764DA0E337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7" name="Freeform 16">
                <a:extLst>
                  <a:ext uri="{FF2B5EF4-FFF2-40B4-BE49-F238E27FC236}">
                    <a16:creationId xmlns:a16="http://schemas.microsoft.com/office/drawing/2014/main" id="{ECCFB330-8F90-459F-B1B5-7717B235054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8" name="Freeform 17">
                <a:extLst>
                  <a:ext uri="{FF2B5EF4-FFF2-40B4-BE49-F238E27FC236}">
                    <a16:creationId xmlns:a16="http://schemas.microsoft.com/office/drawing/2014/main" id="{89A34987-E431-2A93-3D62-912217C1C04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9" name="Rectangle 18">
                <a:extLst>
                  <a:ext uri="{FF2B5EF4-FFF2-40B4-BE49-F238E27FC236}">
                    <a16:creationId xmlns:a16="http://schemas.microsoft.com/office/drawing/2014/main" id="{1F951D7F-BED8-991E-3496-7DA93E8148F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0" name="Freeform 19">
                <a:extLst>
                  <a:ext uri="{FF2B5EF4-FFF2-40B4-BE49-F238E27FC236}">
                    <a16:creationId xmlns:a16="http://schemas.microsoft.com/office/drawing/2014/main" id="{272CCB53-F367-9D8A-5671-D442F70CF858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1" name="Freeform 20">
                <a:extLst>
                  <a:ext uri="{FF2B5EF4-FFF2-40B4-BE49-F238E27FC236}">
                    <a16:creationId xmlns:a16="http://schemas.microsoft.com/office/drawing/2014/main" id="{ECF911E9-8158-C08D-23FE-13CCAFED78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/>
              </a:p>
            </p:txBody>
          </p:sp>
          <p:sp>
            <p:nvSpPr>
              <p:cNvPr id="62" name="Freeform 21">
                <a:extLst>
                  <a:ext uri="{FF2B5EF4-FFF2-40B4-BE49-F238E27FC236}">
                    <a16:creationId xmlns:a16="http://schemas.microsoft.com/office/drawing/2014/main" id="{094B2A0F-EF14-8BE6-B468-54D6F6277E8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3" name="Freeform 22">
                <a:extLst>
                  <a:ext uri="{FF2B5EF4-FFF2-40B4-BE49-F238E27FC236}">
                    <a16:creationId xmlns:a16="http://schemas.microsoft.com/office/drawing/2014/main" id="{BD80DF37-D70A-5EC4-04A2-4E73C4038CB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4" name="Freeform 23">
                <a:extLst>
                  <a:ext uri="{FF2B5EF4-FFF2-40B4-BE49-F238E27FC236}">
                    <a16:creationId xmlns:a16="http://schemas.microsoft.com/office/drawing/2014/main" id="{0D00C6D5-7EC4-0318-A93F-CD6F5C70842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5" name="Freeform 24">
                <a:extLst>
                  <a:ext uri="{FF2B5EF4-FFF2-40B4-BE49-F238E27FC236}">
                    <a16:creationId xmlns:a16="http://schemas.microsoft.com/office/drawing/2014/main" id="{AEB26B91-4BD3-875D-141D-DEA322007DD9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6" name="Freeform 25">
                <a:extLst>
                  <a:ext uri="{FF2B5EF4-FFF2-40B4-BE49-F238E27FC236}">
                    <a16:creationId xmlns:a16="http://schemas.microsoft.com/office/drawing/2014/main" id="{4F49B36A-46DF-8CB3-3466-3A29AEB0F38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7" name="Rectangle 26">
                <a:extLst>
                  <a:ext uri="{FF2B5EF4-FFF2-40B4-BE49-F238E27FC236}">
                    <a16:creationId xmlns:a16="http://schemas.microsoft.com/office/drawing/2014/main" id="{F840654A-F47B-BC37-57E2-0E27690D567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8" name="Rectangle 27">
                <a:extLst>
                  <a:ext uri="{FF2B5EF4-FFF2-40B4-BE49-F238E27FC236}">
                    <a16:creationId xmlns:a16="http://schemas.microsoft.com/office/drawing/2014/main" id="{9ADC6671-2EE5-8226-E787-2FB7A9BBA46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  <p:sp>
          <p:nvSpPr>
            <p:cNvPr id="38" name="Rectangle 28">
              <a:extLst>
                <a:ext uri="{FF2B5EF4-FFF2-40B4-BE49-F238E27FC236}">
                  <a16:creationId xmlns:a16="http://schemas.microsoft.com/office/drawing/2014/main" id="{17537E70-E667-DC44-A43A-E53A50AD305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290A113E-9CD9-B2B2-74CC-01FC73534AA3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40" name="Freeform 29">
                <a:extLst>
                  <a:ext uri="{FF2B5EF4-FFF2-40B4-BE49-F238E27FC236}">
                    <a16:creationId xmlns:a16="http://schemas.microsoft.com/office/drawing/2014/main" id="{60FE0670-46BE-A30C-6A81-3F4ACF4BDA0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1" name="Freeform 30">
                <a:extLst>
                  <a:ext uri="{FF2B5EF4-FFF2-40B4-BE49-F238E27FC236}">
                    <a16:creationId xmlns:a16="http://schemas.microsoft.com/office/drawing/2014/main" id="{6E17D649-B42A-09BD-CF61-B8C1A7112E9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2" name="Freeform 31">
                <a:extLst>
                  <a:ext uri="{FF2B5EF4-FFF2-40B4-BE49-F238E27FC236}">
                    <a16:creationId xmlns:a16="http://schemas.microsoft.com/office/drawing/2014/main" id="{8687873F-7C76-382B-60A8-B49C4C184DB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3" name="Freeform 32">
                <a:extLst>
                  <a:ext uri="{FF2B5EF4-FFF2-40B4-BE49-F238E27FC236}">
                    <a16:creationId xmlns:a16="http://schemas.microsoft.com/office/drawing/2014/main" id="{FBF838FB-60C5-AA46-F549-F323F6F945C5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4" name="Freeform 33">
                <a:extLst>
                  <a:ext uri="{FF2B5EF4-FFF2-40B4-BE49-F238E27FC236}">
                    <a16:creationId xmlns:a16="http://schemas.microsoft.com/office/drawing/2014/main" id="{FA747742-768F-6F28-36C9-B9E27D07E2B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5" name="Freeform 34">
                <a:extLst>
                  <a:ext uri="{FF2B5EF4-FFF2-40B4-BE49-F238E27FC236}">
                    <a16:creationId xmlns:a16="http://schemas.microsoft.com/office/drawing/2014/main" id="{93DF03F5-A85B-C364-024C-8BB97454FB2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15470460"/>
      </p:ext>
    </p:extLst>
  </p:cSld>
  <p:clrMapOvr>
    <a:masterClrMapping/>
  </p:clrMapOvr>
  <p:transition spd="med"/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7F7FEAA-CD25-31FD-0E8A-E47145F5F9EB}"/>
              </a:ext>
            </a:extLst>
          </p:cNvPr>
          <p:cNvGrpSpPr/>
          <p:nvPr/>
        </p:nvGrpSpPr>
        <p:grpSpPr>
          <a:xfrm>
            <a:off x="9392771" y="767096"/>
            <a:ext cx="2800816" cy="1898696"/>
            <a:chOff x="9390324" y="767096"/>
            <a:chExt cx="2800087" cy="1898696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DBC4C027-8FC0-71EF-963F-3B8A0447C1E8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bg1"/>
            </a:solidFill>
          </p:grpSpPr>
          <p:sp>
            <p:nvSpPr>
              <p:cNvPr id="72" name="Freeform 5">
                <a:extLst>
                  <a:ext uri="{FF2B5EF4-FFF2-40B4-BE49-F238E27FC236}">
                    <a16:creationId xmlns:a16="http://schemas.microsoft.com/office/drawing/2014/main" id="{AC114BA7-B808-0C61-F4C4-498846EB2C1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3" name="Freeform 6">
                <a:extLst>
                  <a:ext uri="{FF2B5EF4-FFF2-40B4-BE49-F238E27FC236}">
                    <a16:creationId xmlns:a16="http://schemas.microsoft.com/office/drawing/2014/main" id="{03055FF5-EB33-F09D-784D-C7AD0188032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4" name="Freeform 7">
                <a:extLst>
                  <a:ext uri="{FF2B5EF4-FFF2-40B4-BE49-F238E27FC236}">
                    <a16:creationId xmlns:a16="http://schemas.microsoft.com/office/drawing/2014/main" id="{EF0C28DE-3EA0-613C-F6F5-A668E5A933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5" name="Freeform 8">
                <a:extLst>
                  <a:ext uri="{FF2B5EF4-FFF2-40B4-BE49-F238E27FC236}">
                    <a16:creationId xmlns:a16="http://schemas.microsoft.com/office/drawing/2014/main" id="{AA3A9144-5E21-1340-D82E-781E8E03088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6" name="Freeform 9">
                <a:extLst>
                  <a:ext uri="{FF2B5EF4-FFF2-40B4-BE49-F238E27FC236}">
                    <a16:creationId xmlns:a16="http://schemas.microsoft.com/office/drawing/2014/main" id="{16E502AF-0487-43AF-00DB-14F962B92CF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7" name="Freeform 10">
                <a:extLst>
                  <a:ext uri="{FF2B5EF4-FFF2-40B4-BE49-F238E27FC236}">
                    <a16:creationId xmlns:a16="http://schemas.microsoft.com/office/drawing/2014/main" id="{0DE8FD0D-C28A-B61F-DFEE-6F90FAD7BFA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8" name="Freeform 11">
                <a:extLst>
                  <a:ext uri="{FF2B5EF4-FFF2-40B4-BE49-F238E27FC236}">
                    <a16:creationId xmlns:a16="http://schemas.microsoft.com/office/drawing/2014/main" id="{F351CFF9-9DD1-E9B5-EE76-334AE5F0349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9" name="Freeform 12">
                <a:extLst>
                  <a:ext uri="{FF2B5EF4-FFF2-40B4-BE49-F238E27FC236}">
                    <a16:creationId xmlns:a16="http://schemas.microsoft.com/office/drawing/2014/main" id="{5CBDFCA1-F27C-774F-EB38-070587A34AB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0" name="Freeform 13">
                <a:extLst>
                  <a:ext uri="{FF2B5EF4-FFF2-40B4-BE49-F238E27FC236}">
                    <a16:creationId xmlns:a16="http://schemas.microsoft.com/office/drawing/2014/main" id="{32C7C41D-9C2F-F9CB-F801-1289ECF5E58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1" name="Freeform 14">
                <a:extLst>
                  <a:ext uri="{FF2B5EF4-FFF2-40B4-BE49-F238E27FC236}">
                    <a16:creationId xmlns:a16="http://schemas.microsoft.com/office/drawing/2014/main" id="{D3D8F53A-7C54-73FF-7202-68AF9530CEF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2" name="Freeform 15">
                <a:extLst>
                  <a:ext uri="{FF2B5EF4-FFF2-40B4-BE49-F238E27FC236}">
                    <a16:creationId xmlns:a16="http://schemas.microsoft.com/office/drawing/2014/main" id="{BD2B90D5-630B-CFC6-CE5B-4A3E778474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3" name="Freeform 16">
                <a:extLst>
                  <a:ext uri="{FF2B5EF4-FFF2-40B4-BE49-F238E27FC236}">
                    <a16:creationId xmlns:a16="http://schemas.microsoft.com/office/drawing/2014/main" id="{44BDC175-2104-E7E3-2519-DA2F92A4A93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4" name="Freeform 17">
                <a:extLst>
                  <a:ext uri="{FF2B5EF4-FFF2-40B4-BE49-F238E27FC236}">
                    <a16:creationId xmlns:a16="http://schemas.microsoft.com/office/drawing/2014/main" id="{E76CB955-2FC2-83C2-AC09-AD01BCCF1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5" name="Rectangle 18">
                <a:extLst>
                  <a:ext uri="{FF2B5EF4-FFF2-40B4-BE49-F238E27FC236}">
                    <a16:creationId xmlns:a16="http://schemas.microsoft.com/office/drawing/2014/main" id="{BB15E459-A560-CBA7-38D2-49EC0DF1798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6" name="Freeform 19">
                <a:extLst>
                  <a:ext uri="{FF2B5EF4-FFF2-40B4-BE49-F238E27FC236}">
                    <a16:creationId xmlns:a16="http://schemas.microsoft.com/office/drawing/2014/main" id="{A894E637-6612-023A-5D26-292EB224BB2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7" name="Freeform 20">
                <a:extLst>
                  <a:ext uri="{FF2B5EF4-FFF2-40B4-BE49-F238E27FC236}">
                    <a16:creationId xmlns:a16="http://schemas.microsoft.com/office/drawing/2014/main" id="{C612BEEF-FFCF-00C7-83E8-3D6CD89DD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8" name="Freeform 21">
                <a:extLst>
                  <a:ext uri="{FF2B5EF4-FFF2-40B4-BE49-F238E27FC236}">
                    <a16:creationId xmlns:a16="http://schemas.microsoft.com/office/drawing/2014/main" id="{535443A8-F420-58B0-6940-C7217CB7D3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9" name="Freeform 22">
                <a:extLst>
                  <a:ext uri="{FF2B5EF4-FFF2-40B4-BE49-F238E27FC236}">
                    <a16:creationId xmlns:a16="http://schemas.microsoft.com/office/drawing/2014/main" id="{D577C4C5-162A-509E-0F90-2D9CF5560B4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0" name="Freeform 23">
                <a:extLst>
                  <a:ext uri="{FF2B5EF4-FFF2-40B4-BE49-F238E27FC236}">
                    <a16:creationId xmlns:a16="http://schemas.microsoft.com/office/drawing/2014/main" id="{9CB671CE-477D-F1B3-6894-F85448189A9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1" name="Freeform 24">
                <a:extLst>
                  <a:ext uri="{FF2B5EF4-FFF2-40B4-BE49-F238E27FC236}">
                    <a16:creationId xmlns:a16="http://schemas.microsoft.com/office/drawing/2014/main" id="{2D545142-881D-002A-830D-2B1960B7F79A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2" name="Freeform 25">
                <a:extLst>
                  <a:ext uri="{FF2B5EF4-FFF2-40B4-BE49-F238E27FC236}">
                    <a16:creationId xmlns:a16="http://schemas.microsoft.com/office/drawing/2014/main" id="{5C959273-267C-8CBA-996C-EC8514CCD7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3" name="Rectangle 26">
                <a:extLst>
                  <a:ext uri="{FF2B5EF4-FFF2-40B4-BE49-F238E27FC236}">
                    <a16:creationId xmlns:a16="http://schemas.microsoft.com/office/drawing/2014/main" id="{2F1B0169-414B-8F53-D204-E4FC9132C39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4" name="Rectangle 27">
                <a:extLst>
                  <a:ext uri="{FF2B5EF4-FFF2-40B4-BE49-F238E27FC236}">
                    <a16:creationId xmlns:a16="http://schemas.microsoft.com/office/drawing/2014/main" id="{FD3CEF0B-9316-CAAF-B811-7977EA0FDC7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  <p:sp>
          <p:nvSpPr>
            <p:cNvPr id="64" name="Rectangle 28">
              <a:extLst>
                <a:ext uri="{FF2B5EF4-FFF2-40B4-BE49-F238E27FC236}">
                  <a16:creationId xmlns:a16="http://schemas.microsoft.com/office/drawing/2014/main" id="{C44969F7-1BF0-A4FA-F4EB-8003272D98C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AB97A83-AA92-5D2A-D89F-2B85130F597F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66" name="Freeform 29">
                <a:extLst>
                  <a:ext uri="{FF2B5EF4-FFF2-40B4-BE49-F238E27FC236}">
                    <a16:creationId xmlns:a16="http://schemas.microsoft.com/office/drawing/2014/main" id="{93913DCE-D7C5-993F-1CBD-D671F4E01A3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7" name="Freeform 30">
                <a:extLst>
                  <a:ext uri="{FF2B5EF4-FFF2-40B4-BE49-F238E27FC236}">
                    <a16:creationId xmlns:a16="http://schemas.microsoft.com/office/drawing/2014/main" id="{6D0A5711-84F8-6852-FC23-C9222B8AB05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8" name="Freeform 31">
                <a:extLst>
                  <a:ext uri="{FF2B5EF4-FFF2-40B4-BE49-F238E27FC236}">
                    <a16:creationId xmlns:a16="http://schemas.microsoft.com/office/drawing/2014/main" id="{185085EF-D1B3-20ED-1267-AC7FAB1644F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9" name="Freeform 32">
                <a:extLst>
                  <a:ext uri="{FF2B5EF4-FFF2-40B4-BE49-F238E27FC236}">
                    <a16:creationId xmlns:a16="http://schemas.microsoft.com/office/drawing/2014/main" id="{8434C32D-C325-1F32-5E19-6C9FC933AC3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0" name="Freeform 33">
                <a:extLst>
                  <a:ext uri="{FF2B5EF4-FFF2-40B4-BE49-F238E27FC236}">
                    <a16:creationId xmlns:a16="http://schemas.microsoft.com/office/drawing/2014/main" id="{A281B950-B57F-4814-65C4-87F843CA0E1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1" name="Freeform 34">
                <a:extLst>
                  <a:ext uri="{FF2B5EF4-FFF2-40B4-BE49-F238E27FC236}">
                    <a16:creationId xmlns:a16="http://schemas.microsoft.com/office/drawing/2014/main" id="{EE465ED6-53DE-A385-42CB-0B5A7547734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20E6808-E70B-FA4B-99F6-1C02BBC16598}"/>
              </a:ext>
            </a:extLst>
          </p:cNvPr>
          <p:cNvGrpSpPr/>
          <p:nvPr/>
        </p:nvGrpSpPr>
        <p:grpSpPr>
          <a:xfrm>
            <a:off x="1539348" y="3561908"/>
            <a:ext cx="7853422" cy="1769127"/>
            <a:chOff x="541049" y="2649538"/>
            <a:chExt cx="9285724" cy="2092325"/>
          </a:xfrm>
          <a:solidFill>
            <a:schemeClr val="bg1"/>
          </a:solidFill>
        </p:grpSpPr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4C297CEF-136F-B1B7-09B1-55E4D7563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4" name="Freeform 6">
              <a:extLst>
                <a:ext uri="{FF2B5EF4-FFF2-40B4-BE49-F238E27FC236}">
                  <a16:creationId xmlns:a16="http://schemas.microsoft.com/office/drawing/2014/main" id="{622BAF6B-1742-15FD-B0EB-40B8C3DC11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788B3367-A4C9-CCD9-A688-1D2826A4B0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3" name="Freeform 8">
              <a:extLst>
                <a:ext uri="{FF2B5EF4-FFF2-40B4-BE49-F238E27FC236}">
                  <a16:creationId xmlns:a16="http://schemas.microsoft.com/office/drawing/2014/main" id="{E75C15B3-8177-7E6B-C4A7-1B9D3FB9D0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4" name="Freeform 9">
              <a:extLst>
                <a:ext uri="{FF2B5EF4-FFF2-40B4-BE49-F238E27FC236}">
                  <a16:creationId xmlns:a16="http://schemas.microsoft.com/office/drawing/2014/main" id="{AA27F0F6-EBAD-77B3-0964-617F5FC5A0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5" name="Freeform 10">
              <a:extLst>
                <a:ext uri="{FF2B5EF4-FFF2-40B4-BE49-F238E27FC236}">
                  <a16:creationId xmlns:a16="http://schemas.microsoft.com/office/drawing/2014/main" id="{0D449E32-BCCB-5FA7-37E4-30FF7569B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6" name="Oval 11">
              <a:extLst>
                <a:ext uri="{FF2B5EF4-FFF2-40B4-BE49-F238E27FC236}">
                  <a16:creationId xmlns:a16="http://schemas.microsoft.com/office/drawing/2014/main" id="{DF4FD3AA-2A1C-04CA-7759-A7926327B4A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932941248"/>
      </p:ext>
    </p:extLst>
  </p:cSld>
  <p:clrMapOvr>
    <a:masterClrMapping/>
  </p:clrMapOvr>
  <p:transition spd="med"/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27660"/>
            <a:ext cx="9914678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200" b="1" kern="1200" cap="none" spc="-15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幻灯片</a:t>
            </a:r>
            <a:br>
              <a:rPr lang="zh-CN" altLang="en-US" dirty="0"/>
            </a:br>
            <a:r>
              <a:rPr lang="zh-CN" altLang="en-US" dirty="0"/>
              <a:t>演示标题</a:t>
            </a:r>
            <a:br>
              <a:rPr lang="zh-CN" altLang="en-US" dirty="0"/>
            </a:br>
            <a:r>
              <a:rPr lang="zh-CN" altLang="en-US" dirty="0"/>
              <a:t>区域</a:t>
            </a:r>
            <a:endParaRPr lang="en-US" dirty="0"/>
          </a:p>
        </p:txBody>
      </p:sp>
      <p:sp>
        <p:nvSpPr>
          <p:cNvPr id="5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ts val="27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主讲人姓名 </a:t>
            </a:r>
            <a:r>
              <a:rPr lang="en-US" altLang="zh-CN" dirty="0"/>
              <a:t>| </a:t>
            </a:r>
            <a:r>
              <a:rPr lang="zh-CN" altLang="en-US" dirty="0"/>
              <a:t>日期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0529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6BD304-FAC7-4023-9B54-8984F7387559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10152631" y="2542790"/>
            <a:ext cx="3058160" cy="1020580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BBDE3D-E4E2-42E5-9F26-00C1500EFD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27C222CE-31C9-4AE2-A9DE-A34ECC37F0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710DBB3B-7FB8-4ACB-8FA4-3F2A105B9B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3E443DA7-CC51-4460-98C4-193A73750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E1BCDB13-2B5A-46EC-B1D6-C526DEAA84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EDDE8EA-BE8E-4066-AB4A-21CD274354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F442D16-F34F-4D4E-A65A-8C3BC17F2F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50529" y="762000"/>
            <a:ext cx="3942091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rgbClr val="4D144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929407164"/>
      </p:ext>
    </p:extLst>
  </p:cSld>
  <p:clrMapOvr>
    <a:masterClrMapping/>
  </p:clrMapOvr>
  <p:transition spd="med"/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24000"/>
            <a:ext cx="9914678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2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幻灯片</a:t>
            </a:r>
            <a:br>
              <a:rPr lang="zh-CN" altLang="en-US" dirty="0"/>
            </a:br>
            <a:r>
              <a:rPr lang="zh-CN" altLang="en-US" dirty="0"/>
              <a:t>演示标题</a:t>
            </a:r>
            <a:br>
              <a:rPr lang="zh-CN" altLang="en-US" dirty="0"/>
            </a:br>
            <a:r>
              <a:rPr lang="zh-CN" altLang="en-US" dirty="0"/>
              <a:t>区域</a:t>
            </a:r>
            <a:endParaRPr lang="en-US" dirty="0"/>
          </a:p>
        </p:txBody>
      </p:sp>
      <p:sp>
        <p:nvSpPr>
          <p:cNvPr id="5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ts val="27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主讲人姓名 </a:t>
            </a:r>
            <a:r>
              <a:rPr lang="en-US" altLang="zh-CN" dirty="0"/>
              <a:t>| </a:t>
            </a:r>
            <a:r>
              <a:rPr lang="zh-CN" altLang="en-US" dirty="0"/>
              <a:t>日期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10152631" y="2542790"/>
            <a:ext cx="3058160" cy="1020580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158C3A6B-F5BB-E37E-DB3D-C1ABEA07F2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1" name="Freeform 8">
              <a:extLst>
                <a:ext uri="{FF2B5EF4-FFF2-40B4-BE49-F238E27FC236}">
                  <a16:creationId xmlns:a16="http://schemas.microsoft.com/office/drawing/2014/main" id="{A56AE87F-217D-4207-F227-987A2E7FEB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D65BCC2D-74A9-8E37-6BBC-33B74966DA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BA8558ED-E4BF-D888-EF3B-A311AFE8C4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AFF1776F-9DBA-D51E-8F71-E1FB30D767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820D6E3B-9704-EBDF-9D0D-A571A36CB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50529" y="762000"/>
            <a:ext cx="3942091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375F64-E651-1A0A-ABF1-9C38BA663F9F}"/>
              </a:ext>
            </a:extLst>
          </p:cNvPr>
          <p:cNvSpPr txBox="1"/>
          <p:nvPr/>
        </p:nvSpPr>
        <p:spPr>
          <a:xfrm>
            <a:off x="750529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968668813"/>
      </p:ext>
    </p:extLst>
  </p:cSld>
  <p:clrMapOvr>
    <a:masterClrMapping/>
  </p:clrMapOvr>
  <p:transition spd="med"/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89C3EB64-A851-71DD-8882-1FDB7C2E99CB}"/>
              </a:ext>
            </a:extLst>
          </p:cNvPr>
          <p:cNvSpPr txBox="1"/>
          <p:nvPr/>
        </p:nvSpPr>
        <p:spPr>
          <a:xfrm>
            <a:off x="1603772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4C2BE-620B-6B7D-1426-F9CB0B9DB688}"/>
              </a:ext>
            </a:extLst>
          </p:cNvPr>
          <p:cNvGrpSpPr>
            <a:grpSpLocks noChangeAspect="1"/>
          </p:cNvGrpSpPr>
          <p:nvPr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002FA1-87AB-10E7-DF14-BCD2904245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FC16D85-BEED-1820-DFF9-5D8B0AACAC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1F2566FE-64C0-16F6-945D-2961668799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D3B60C47-FE53-B519-B5B0-91907EAADB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51BD7309-4598-0B4D-F955-25A4778655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3AB317A1-606F-084E-CD32-A64A53D259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3ECEF077-D5E5-A906-C26A-748935BA5E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8" y="1549492"/>
            <a:ext cx="6265272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ts val="5700"/>
              </a:lnSpc>
              <a:spcBef>
                <a:spcPct val="0"/>
              </a:spcBef>
              <a:buNone/>
              <a:defRPr lang="en-US" sz="5400" b="1" kern="1200" cap="none" spc="-15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章节标题区域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528" y="4328650"/>
            <a:ext cx="6265272" cy="34624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ts val="2700"/>
              </a:lnSpc>
              <a:spcBef>
                <a:spcPts val="0"/>
              </a:spcBef>
              <a:buNone/>
              <a:defRPr sz="24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副标题区域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2F89-ADF9-0A52-8877-914CA372E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2568743"/>
      </p:ext>
    </p:extLst>
  </p:cSld>
  <p:clrMapOvr>
    <a:masterClrMapping/>
  </p:clrMapOvr>
  <p:transition spd="med"/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C50D814F-EE5B-C084-7424-D39C0DE54FF7}"/>
              </a:ext>
            </a:extLst>
          </p:cNvPr>
          <p:cNvSpPr txBox="1"/>
          <p:nvPr/>
        </p:nvSpPr>
        <p:spPr>
          <a:xfrm>
            <a:off x="1603772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498D60-2F6C-6ADE-BB9A-D957660E0731}"/>
              </a:ext>
            </a:extLst>
          </p:cNvPr>
          <p:cNvGrpSpPr>
            <a:grpSpLocks noChangeAspect="1"/>
          </p:cNvGrpSpPr>
          <p:nvPr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414641-DA5A-BDF2-889C-1430A63E35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6CAA72E6-FAE3-6740-34C0-7A08091254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0EE70422-5E10-8634-79CC-15428116CD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F9B9866C-878A-3BAE-D601-6317EEEB78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20DD7C9B-A88C-7ECB-27AE-CB4579CDB9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084B2859-A58F-9171-5328-94CFD162F5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DC1829C2-6CD9-FE35-3F45-EEC10E2F16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49492"/>
            <a:ext cx="6265272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ts val="5700"/>
              </a:lnSpc>
              <a:spcBef>
                <a:spcPct val="0"/>
              </a:spcBef>
              <a:buNone/>
              <a:defRPr lang="en-US" sz="54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章节标题区域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529" y="4328650"/>
            <a:ext cx="6265272" cy="346249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lnSpc>
                <a:spcPts val="2700"/>
              </a:lnSpc>
              <a:spcBef>
                <a:spcPts val="0"/>
              </a:spcBef>
              <a:buNone/>
              <a:defRPr sz="2400" spc="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副标题区域 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1CC465-FDF1-C0A2-5A83-FB03B2F0F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3596200"/>
      </p:ext>
    </p:extLst>
  </p:cSld>
  <p:clrMapOvr>
    <a:masterClrMapping/>
  </p:clrMapOvr>
  <p:transition spd="med"/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A0C0A2-1C95-CF60-15E7-57B445A899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4070"/>
      </p:ext>
    </p:extLst>
  </p:cSld>
  <p:clrMapOvr>
    <a:masterClrMapping/>
  </p:clrMapOvr>
  <p:transition spd="med"/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45D89D-54AB-A7D6-4141-95E6B3C369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5931911"/>
      </p:ext>
    </p:extLst>
  </p:cSld>
  <p:clrMapOvr>
    <a:masterClrMapping/>
  </p:clrMapOvr>
  <p:transition spd="med"/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Sub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5B6443-4299-282C-565B-68E5F97027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3954001"/>
      </p:ext>
    </p:extLst>
  </p:cSld>
  <p:clrMapOvr>
    <a:masterClrMapping/>
  </p:clrMapOvr>
  <p:transition spd="med"/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Sub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altLang="zh-CN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296FD5-38BC-1E97-5513-17F333DF59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4266906"/>
      </p:ext>
    </p:extLst>
  </p:cSld>
  <p:clrMapOvr>
    <a:masterClrMapping/>
  </p:clrMapOvr>
  <p:transition spd="med"/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8880"/>
            <a:ext cx="1067382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C5559F-D4D6-DA53-A720-07C2A2D68F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7222061"/>
      </p:ext>
    </p:extLst>
  </p:cSld>
  <p:clrMapOvr>
    <a:masterClrMapping/>
  </p:clrMapOvr>
  <p:transition spd="med"/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2" y="1308880"/>
            <a:ext cx="1067077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190EFC-69A6-D92C-008E-75B891AE7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5283855"/>
      </p:ext>
    </p:extLst>
  </p:cSld>
  <p:clrMapOvr>
    <a:masterClrMapping/>
  </p:clrMapOvr>
  <p:transition spd="med"/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Subtitl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749388"/>
            <a:ext cx="1067382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altLang="zh-CN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7BD319-CE6A-C56C-FAF4-F7D3C4B20C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7266325"/>
      </p:ext>
    </p:extLst>
  </p:cSld>
  <p:clrMapOvr>
    <a:masterClrMapping/>
  </p:clrMapOvr>
  <p:transition spd="med"/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Subtitle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749389"/>
            <a:ext cx="1067382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altLang="zh-CN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F390D5-FAC3-3E07-D977-2FACDFA7E8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390478"/>
      </p:ext>
    </p:extLst>
  </p:cSld>
  <p:clrMapOvr>
    <a:masterClrMapping/>
  </p:clrMapOvr>
  <p:transition spd="med"/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307593"/>
            <a:ext cx="5070324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4" hasCustomPrompt="1"/>
          </p:nvPr>
        </p:nvSpPr>
        <p:spPr bwMode="gray">
          <a:xfrm>
            <a:off x="6340962" y="1307593"/>
            <a:ext cx="506709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FE5186-E704-46DB-A234-0339427F82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6616715"/>
      </p:ext>
    </p:extLst>
  </p:cSld>
  <p:clrMapOvr>
    <a:masterClrMapping/>
  </p:clrMapOvr>
  <p:transition spd="med"/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307594"/>
            <a:ext cx="5070324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4" hasCustomPrompt="1"/>
          </p:nvPr>
        </p:nvSpPr>
        <p:spPr bwMode="gray">
          <a:xfrm>
            <a:off x="6340962" y="1307594"/>
            <a:ext cx="506709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D52F52-4191-E70A-A15D-3F4D0CF0AA2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8511433"/>
      </p:ext>
    </p:extLst>
  </p:cSld>
  <p:clrMapOvr>
    <a:masterClrMapping/>
  </p:clrMapOvr>
  <p:transition spd="med"/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4378398" y="1307594"/>
            <a:ext cx="3344059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8017903" y="1307594"/>
            <a:ext cx="341653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61C74C-45BE-3DE8-0DFD-4B97D814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0740147"/>
      </p:ext>
    </p:extLst>
  </p:cSld>
  <p:clrMapOvr>
    <a:masterClrMapping/>
  </p:clrMapOvr>
  <p:transition spd="med"/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ree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4378399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8017903" y="1307594"/>
            <a:ext cx="341653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92B045-EC23-B30D-E716-8FEBB279E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5516043"/>
      </p:ext>
    </p:extLst>
  </p:cSld>
  <p:clrMapOvr>
    <a:masterClrMapping/>
  </p:clrMapOvr>
  <p:transition spd="med"/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5725006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3"/>
            <a:ext cx="572500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8199" y="0"/>
            <a:ext cx="53338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F3C117-A202-AC1A-30DA-A95049B267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7206192"/>
      </p:ext>
    </p:extLst>
  </p:cSld>
  <p:clrMapOvr>
    <a:masterClrMapping/>
  </p:clrMapOvr>
  <p:transition spd="med"/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/Imag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5725006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3"/>
            <a:ext cx="5725006" cy="491958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8199" y="0"/>
            <a:ext cx="53338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E7426-E0FB-DA60-E1E0-A41FD9009F5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8599973"/>
      </p:ext>
    </p:extLst>
  </p:cSld>
  <p:clrMapOvr>
    <a:masterClrMapping/>
  </p:clrMapOvr>
  <p:transition spd="med"/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+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" y="0"/>
            <a:ext cx="4062849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C9E4313D-4BB5-4FBE-BED7-2E337B7C6B9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672569" y="6400800"/>
            <a:ext cx="439026" cy="155448"/>
          </a:xfrm>
        </p:spPr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1CFF5BD6-17CC-00C1-ADCF-B04D6703F62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71604" y="0"/>
            <a:ext cx="7620396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1A0E3B-4CFE-F883-3C78-D9A6BE41AE0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0610" y="995010"/>
            <a:ext cx="3428016" cy="1436465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3800" b="1" strike="noStrike" spc="-15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zh-CN" altLang="en-US" dirty="0"/>
              <a:t>单击文本框</a:t>
            </a:r>
            <a:endParaRPr lang="en-US" altLang="zh-CN" dirty="0"/>
          </a:p>
          <a:p>
            <a:pPr lvl="0"/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5F96A18-152F-7D42-F172-C8D7F6B28F2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2815936"/>
            <a:ext cx="3428016" cy="3280064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459759"/>
      </p:ext>
    </p:extLst>
  </p:cSld>
  <p:clrMapOvr>
    <a:masterClrMapping/>
  </p:clrMapOvr>
  <p:transition spd="med"/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hoto + Statement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" y="0"/>
            <a:ext cx="4062849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571604" y="0"/>
            <a:ext cx="7620396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182470-3621-1323-235D-7DBA176E68E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C11FB6FD-7B80-D920-2B92-D358B18446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0610" y="995010"/>
            <a:ext cx="3428016" cy="1436465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3800" b="1" strike="noStrike" spc="-15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zh-CN" altLang="en-US" dirty="0"/>
              <a:t>单击文本框</a:t>
            </a:r>
            <a:endParaRPr lang="en-US" altLang="zh-CN" dirty="0"/>
          </a:p>
          <a:p>
            <a:pPr lvl="0"/>
            <a:r>
              <a:rPr lang="zh-CN" altLang="en-US" dirty="0"/>
              <a:t>添加标题</a:t>
            </a:r>
            <a:endParaRPr lang="en-US" altLang="zh-CN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F150789-C64C-B456-4B9A-24AED7315FB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2815936"/>
            <a:ext cx="3428016" cy="3280064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577582"/>
      </p:ext>
    </p:extLst>
  </p:cSld>
  <p:clrMapOvr>
    <a:masterClrMapping/>
  </p:clrMapOvr>
  <p:transition spd="med"/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611" y="1863188"/>
            <a:ext cx="10670779" cy="3131627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ts val="7900"/>
              </a:lnSpc>
              <a:spcBef>
                <a:spcPts val="0"/>
              </a:spcBef>
              <a:buNone/>
              <a:defRPr sz="7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494" indent="0">
              <a:buNone/>
              <a:defRPr/>
            </a:lvl2pPr>
          </a:lstStyle>
          <a:p>
            <a:pPr lvl="0"/>
            <a:r>
              <a:rPr lang="zh-CN" altLang="en-US" dirty="0"/>
              <a:t>点击此处添加</a:t>
            </a:r>
            <a:endParaRPr lang="en-US" altLang="zh-CN" dirty="0"/>
          </a:p>
          <a:p>
            <a:pPr lvl="0"/>
            <a:r>
              <a:rPr lang="zh-CN" altLang="en-US" dirty="0"/>
              <a:t>重要的想法、声明</a:t>
            </a:r>
            <a:endParaRPr lang="en-US" altLang="zh-CN" dirty="0"/>
          </a:p>
          <a:p>
            <a:pPr lvl="0"/>
            <a:r>
              <a:rPr lang="zh-CN" altLang="en-US" dirty="0"/>
              <a:t>或主题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5257161"/>
      </p:ext>
    </p:extLst>
  </p:cSld>
  <p:clrMapOvr>
    <a:masterClrMapping/>
  </p:clrMapOvr>
  <p:transition spd="med"/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/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5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 hasCustomPrompt="1"/>
          </p:nvPr>
        </p:nvSpPr>
        <p:spPr bwMode="gray">
          <a:xfrm>
            <a:off x="6858198" y="1307593"/>
            <a:ext cx="4573192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8198" y="442528"/>
            <a:ext cx="4573192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FBC96C-E04F-90E6-1BBE-C65ECD6E5C1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8848692"/>
      </p:ext>
    </p:extLst>
  </p:cSld>
  <p:clrMapOvr>
    <a:masterClrMapping/>
  </p:clrMapOvr>
  <p:transition spd="med"/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/ Produc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5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 hasCustomPrompt="1"/>
          </p:nvPr>
        </p:nvSpPr>
        <p:spPr bwMode="gray">
          <a:xfrm>
            <a:off x="6858200" y="1307592"/>
            <a:ext cx="4573191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8199" y="442529"/>
            <a:ext cx="4573192" cy="42319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A84DA8-2577-7EF4-6122-06E4DEEB80A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6411565"/>
      </p:ext>
    </p:extLst>
  </p:cSld>
  <p:clrMapOvr>
    <a:masterClrMapping/>
  </p:clrMapOvr>
  <p:transition spd="med"/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9"/>
            <a:ext cx="10673829" cy="42319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612" y="1524000"/>
            <a:ext cx="10670779" cy="4572000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000" baseline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点击此图标创建图标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E9C038-E754-006F-B382-D714EB9495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9979443"/>
      </p:ext>
    </p:extLst>
  </p:cSld>
  <p:clrMapOvr>
    <a:masterClrMapping/>
  </p:clrMapOvr>
  <p:transition spd="med"/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rt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612" y="1524000"/>
            <a:ext cx="10670779" cy="4572001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0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点击此图标创建图标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222CEF-FCD3-E840-7AE1-E900A5D59C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0949304"/>
      </p:ext>
    </p:extLst>
  </p:cSld>
  <p:clrMapOvr>
    <a:masterClrMapping/>
  </p:clrMapOvr>
  <p:transition spd="med"/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2E9409-35B8-57EB-2941-154C5CA02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6425938"/>
      </p:ext>
    </p:extLst>
  </p:cSld>
  <p:clrMapOvr>
    <a:masterClrMapping/>
  </p:clrMapOvr>
  <p:transition spd="med"/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94B782-D6B1-E164-080E-40821B7DAF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9311701"/>
      </p:ext>
    </p:extLst>
  </p:cSld>
  <p:clrMapOvr>
    <a:masterClrMapping/>
  </p:clrMapOvr>
  <p:transition spd="med"/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165">
            <a:extLst>
              <a:ext uri="{FF2B5EF4-FFF2-40B4-BE49-F238E27FC236}">
                <a16:creationId xmlns:a16="http://schemas.microsoft.com/office/drawing/2014/main" id="{45DF6D6F-9C39-7C31-64D4-4BCE9C9CA5D6}"/>
              </a:ext>
            </a:extLst>
          </p:cNvPr>
          <p:cNvGrpSpPr/>
          <p:nvPr/>
        </p:nvGrpSpPr>
        <p:grpSpPr>
          <a:xfrm>
            <a:off x="1539348" y="3561908"/>
            <a:ext cx="7853422" cy="1769127"/>
            <a:chOff x="541049" y="2649538"/>
            <a:chExt cx="9285724" cy="2092325"/>
          </a:xfrm>
          <a:solidFill>
            <a:srgbClr val="4D144A"/>
          </a:solidFill>
        </p:grpSpPr>
        <p:sp>
          <p:nvSpPr>
            <p:cNvPr id="167" name="Freeform 5">
              <a:extLst>
                <a:ext uri="{FF2B5EF4-FFF2-40B4-BE49-F238E27FC236}">
                  <a16:creationId xmlns:a16="http://schemas.microsoft.com/office/drawing/2014/main" id="{E109AFA1-C190-E6CF-D819-5DDBF44B5E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68" name="Freeform 6">
              <a:extLst>
                <a:ext uri="{FF2B5EF4-FFF2-40B4-BE49-F238E27FC236}">
                  <a16:creationId xmlns:a16="http://schemas.microsoft.com/office/drawing/2014/main" id="{1969BD4D-0C40-739F-FF6B-4214C2BEBC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69" name="Freeform 7">
              <a:extLst>
                <a:ext uri="{FF2B5EF4-FFF2-40B4-BE49-F238E27FC236}">
                  <a16:creationId xmlns:a16="http://schemas.microsoft.com/office/drawing/2014/main" id="{6DB7C37A-1FE6-9BFA-5E83-3EC0F79497F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0" name="Freeform 8">
              <a:extLst>
                <a:ext uri="{FF2B5EF4-FFF2-40B4-BE49-F238E27FC236}">
                  <a16:creationId xmlns:a16="http://schemas.microsoft.com/office/drawing/2014/main" id="{3AEA624F-19C6-31CA-5CD9-7E42ED68DA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1" name="Freeform 9">
              <a:extLst>
                <a:ext uri="{FF2B5EF4-FFF2-40B4-BE49-F238E27FC236}">
                  <a16:creationId xmlns:a16="http://schemas.microsoft.com/office/drawing/2014/main" id="{ED142D15-3F97-1719-8D74-37D26D1CAA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2" name="Freeform 10">
              <a:extLst>
                <a:ext uri="{FF2B5EF4-FFF2-40B4-BE49-F238E27FC236}">
                  <a16:creationId xmlns:a16="http://schemas.microsoft.com/office/drawing/2014/main" id="{6FEBB0B2-4586-05AB-B4FE-055E54F117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3" name="Oval 11">
              <a:extLst>
                <a:ext uri="{FF2B5EF4-FFF2-40B4-BE49-F238E27FC236}">
                  <a16:creationId xmlns:a16="http://schemas.microsoft.com/office/drawing/2014/main" id="{70877F96-1F23-E1FC-71E9-01EE358F60F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B2584B0-B37E-E020-07A7-BAB961C43514}"/>
              </a:ext>
            </a:extLst>
          </p:cNvPr>
          <p:cNvGrpSpPr/>
          <p:nvPr/>
        </p:nvGrpSpPr>
        <p:grpSpPr>
          <a:xfrm>
            <a:off x="9392771" y="767096"/>
            <a:ext cx="2800816" cy="1898696"/>
            <a:chOff x="9390324" y="767096"/>
            <a:chExt cx="2800087" cy="1898696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9DB8BCA-C082-90D7-926B-C6CF4AF09E1C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accent1"/>
            </a:solidFill>
          </p:grpSpPr>
          <p:sp>
            <p:nvSpPr>
              <p:cNvPr id="46" name="Freeform 5">
                <a:extLst>
                  <a:ext uri="{FF2B5EF4-FFF2-40B4-BE49-F238E27FC236}">
                    <a16:creationId xmlns:a16="http://schemas.microsoft.com/office/drawing/2014/main" id="{752B143C-EA30-88CF-4159-D3220D52439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7" name="Freeform 6">
                <a:extLst>
                  <a:ext uri="{FF2B5EF4-FFF2-40B4-BE49-F238E27FC236}">
                    <a16:creationId xmlns:a16="http://schemas.microsoft.com/office/drawing/2014/main" id="{2BD38F57-84A8-6CE5-5871-808CD68267FD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8" name="Freeform 7">
                <a:extLst>
                  <a:ext uri="{FF2B5EF4-FFF2-40B4-BE49-F238E27FC236}">
                    <a16:creationId xmlns:a16="http://schemas.microsoft.com/office/drawing/2014/main" id="{AA0572EA-FFDA-D8B6-A96C-DF4D0432044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9" name="Freeform 8">
                <a:extLst>
                  <a:ext uri="{FF2B5EF4-FFF2-40B4-BE49-F238E27FC236}">
                    <a16:creationId xmlns:a16="http://schemas.microsoft.com/office/drawing/2014/main" id="{9BA36A6F-FB71-28DB-07CD-B21FF32CAA7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0" name="Freeform 9">
                <a:extLst>
                  <a:ext uri="{FF2B5EF4-FFF2-40B4-BE49-F238E27FC236}">
                    <a16:creationId xmlns:a16="http://schemas.microsoft.com/office/drawing/2014/main" id="{44D95805-4759-1419-A377-A8CF32C8756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1" name="Freeform 10">
                <a:extLst>
                  <a:ext uri="{FF2B5EF4-FFF2-40B4-BE49-F238E27FC236}">
                    <a16:creationId xmlns:a16="http://schemas.microsoft.com/office/drawing/2014/main" id="{2EDA3D6C-6EEF-5BB3-A5FE-991573A77F6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2" name="Freeform 11">
                <a:extLst>
                  <a:ext uri="{FF2B5EF4-FFF2-40B4-BE49-F238E27FC236}">
                    <a16:creationId xmlns:a16="http://schemas.microsoft.com/office/drawing/2014/main" id="{6D486C55-E23B-1872-D405-5DC8D2CA45F3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3" name="Freeform 12">
                <a:extLst>
                  <a:ext uri="{FF2B5EF4-FFF2-40B4-BE49-F238E27FC236}">
                    <a16:creationId xmlns:a16="http://schemas.microsoft.com/office/drawing/2014/main" id="{B6A43306-05AB-DDD0-5F08-A0BE5CD4518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4" name="Freeform 13">
                <a:extLst>
                  <a:ext uri="{FF2B5EF4-FFF2-40B4-BE49-F238E27FC236}">
                    <a16:creationId xmlns:a16="http://schemas.microsoft.com/office/drawing/2014/main" id="{D49034F6-E32B-0A8D-D89B-AA4488391FC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5" name="Freeform 14">
                <a:extLst>
                  <a:ext uri="{FF2B5EF4-FFF2-40B4-BE49-F238E27FC236}">
                    <a16:creationId xmlns:a16="http://schemas.microsoft.com/office/drawing/2014/main" id="{F7F6E1B7-B4ED-1699-C492-0032C5B8242D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6" name="Freeform 15">
                <a:extLst>
                  <a:ext uri="{FF2B5EF4-FFF2-40B4-BE49-F238E27FC236}">
                    <a16:creationId xmlns:a16="http://schemas.microsoft.com/office/drawing/2014/main" id="{114EE99C-9EC5-3C6C-64A0-3764DA0E337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7" name="Freeform 16">
                <a:extLst>
                  <a:ext uri="{FF2B5EF4-FFF2-40B4-BE49-F238E27FC236}">
                    <a16:creationId xmlns:a16="http://schemas.microsoft.com/office/drawing/2014/main" id="{ECCFB330-8F90-459F-B1B5-7717B235054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8" name="Freeform 17">
                <a:extLst>
                  <a:ext uri="{FF2B5EF4-FFF2-40B4-BE49-F238E27FC236}">
                    <a16:creationId xmlns:a16="http://schemas.microsoft.com/office/drawing/2014/main" id="{89A34987-E431-2A93-3D62-912217C1C04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9" name="Rectangle 18">
                <a:extLst>
                  <a:ext uri="{FF2B5EF4-FFF2-40B4-BE49-F238E27FC236}">
                    <a16:creationId xmlns:a16="http://schemas.microsoft.com/office/drawing/2014/main" id="{1F951D7F-BED8-991E-3496-7DA93E8148F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0" name="Freeform 19">
                <a:extLst>
                  <a:ext uri="{FF2B5EF4-FFF2-40B4-BE49-F238E27FC236}">
                    <a16:creationId xmlns:a16="http://schemas.microsoft.com/office/drawing/2014/main" id="{272CCB53-F367-9D8A-5671-D442F70CF858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1" name="Freeform 20">
                <a:extLst>
                  <a:ext uri="{FF2B5EF4-FFF2-40B4-BE49-F238E27FC236}">
                    <a16:creationId xmlns:a16="http://schemas.microsoft.com/office/drawing/2014/main" id="{ECF911E9-8158-C08D-23FE-13CCAFED78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/>
              </a:p>
            </p:txBody>
          </p:sp>
          <p:sp>
            <p:nvSpPr>
              <p:cNvPr id="62" name="Freeform 21">
                <a:extLst>
                  <a:ext uri="{FF2B5EF4-FFF2-40B4-BE49-F238E27FC236}">
                    <a16:creationId xmlns:a16="http://schemas.microsoft.com/office/drawing/2014/main" id="{094B2A0F-EF14-8BE6-B468-54D6F6277E8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3" name="Freeform 22">
                <a:extLst>
                  <a:ext uri="{FF2B5EF4-FFF2-40B4-BE49-F238E27FC236}">
                    <a16:creationId xmlns:a16="http://schemas.microsoft.com/office/drawing/2014/main" id="{BD80DF37-D70A-5EC4-04A2-4E73C4038CB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4" name="Freeform 23">
                <a:extLst>
                  <a:ext uri="{FF2B5EF4-FFF2-40B4-BE49-F238E27FC236}">
                    <a16:creationId xmlns:a16="http://schemas.microsoft.com/office/drawing/2014/main" id="{0D00C6D5-7EC4-0318-A93F-CD6F5C70842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5" name="Freeform 24">
                <a:extLst>
                  <a:ext uri="{FF2B5EF4-FFF2-40B4-BE49-F238E27FC236}">
                    <a16:creationId xmlns:a16="http://schemas.microsoft.com/office/drawing/2014/main" id="{AEB26B91-4BD3-875D-141D-DEA322007DD9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6" name="Freeform 25">
                <a:extLst>
                  <a:ext uri="{FF2B5EF4-FFF2-40B4-BE49-F238E27FC236}">
                    <a16:creationId xmlns:a16="http://schemas.microsoft.com/office/drawing/2014/main" id="{4F49B36A-46DF-8CB3-3466-3A29AEB0F38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7" name="Rectangle 26">
                <a:extLst>
                  <a:ext uri="{FF2B5EF4-FFF2-40B4-BE49-F238E27FC236}">
                    <a16:creationId xmlns:a16="http://schemas.microsoft.com/office/drawing/2014/main" id="{F840654A-F47B-BC37-57E2-0E27690D567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8" name="Rectangle 27">
                <a:extLst>
                  <a:ext uri="{FF2B5EF4-FFF2-40B4-BE49-F238E27FC236}">
                    <a16:creationId xmlns:a16="http://schemas.microsoft.com/office/drawing/2014/main" id="{9ADC6671-2EE5-8226-E787-2FB7A9BBA46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  <p:sp>
          <p:nvSpPr>
            <p:cNvPr id="38" name="Rectangle 28">
              <a:extLst>
                <a:ext uri="{FF2B5EF4-FFF2-40B4-BE49-F238E27FC236}">
                  <a16:creationId xmlns:a16="http://schemas.microsoft.com/office/drawing/2014/main" id="{17537E70-E667-DC44-A43A-E53A50AD305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290A113E-9CD9-B2B2-74CC-01FC73534AA3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40" name="Freeform 29">
                <a:extLst>
                  <a:ext uri="{FF2B5EF4-FFF2-40B4-BE49-F238E27FC236}">
                    <a16:creationId xmlns:a16="http://schemas.microsoft.com/office/drawing/2014/main" id="{60FE0670-46BE-A30C-6A81-3F4ACF4BDA0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1" name="Freeform 30">
                <a:extLst>
                  <a:ext uri="{FF2B5EF4-FFF2-40B4-BE49-F238E27FC236}">
                    <a16:creationId xmlns:a16="http://schemas.microsoft.com/office/drawing/2014/main" id="{6E17D649-B42A-09BD-CF61-B8C1A7112E9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2" name="Freeform 31">
                <a:extLst>
                  <a:ext uri="{FF2B5EF4-FFF2-40B4-BE49-F238E27FC236}">
                    <a16:creationId xmlns:a16="http://schemas.microsoft.com/office/drawing/2014/main" id="{8687873F-7C76-382B-60A8-B49C4C184DB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3" name="Freeform 32">
                <a:extLst>
                  <a:ext uri="{FF2B5EF4-FFF2-40B4-BE49-F238E27FC236}">
                    <a16:creationId xmlns:a16="http://schemas.microsoft.com/office/drawing/2014/main" id="{FBF838FB-60C5-AA46-F549-F323F6F945C5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4" name="Freeform 33">
                <a:extLst>
                  <a:ext uri="{FF2B5EF4-FFF2-40B4-BE49-F238E27FC236}">
                    <a16:creationId xmlns:a16="http://schemas.microsoft.com/office/drawing/2014/main" id="{FA747742-768F-6F28-36C9-B9E27D07E2B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5" name="Freeform 34">
                <a:extLst>
                  <a:ext uri="{FF2B5EF4-FFF2-40B4-BE49-F238E27FC236}">
                    <a16:creationId xmlns:a16="http://schemas.microsoft.com/office/drawing/2014/main" id="{93DF03F5-A85B-C364-024C-8BB97454FB2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45193949"/>
      </p:ext>
    </p:extLst>
  </p:cSld>
  <p:clrMapOvr>
    <a:masterClrMapping/>
  </p:clrMapOvr>
  <p:transition spd="med"/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7F7FEAA-CD25-31FD-0E8A-E47145F5F9EB}"/>
              </a:ext>
            </a:extLst>
          </p:cNvPr>
          <p:cNvGrpSpPr/>
          <p:nvPr/>
        </p:nvGrpSpPr>
        <p:grpSpPr>
          <a:xfrm>
            <a:off x="9392771" y="767096"/>
            <a:ext cx="2800816" cy="1898696"/>
            <a:chOff x="9390324" y="767096"/>
            <a:chExt cx="2800087" cy="1898696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DBC4C027-8FC0-71EF-963F-3B8A0447C1E8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bg1"/>
            </a:solidFill>
          </p:grpSpPr>
          <p:sp>
            <p:nvSpPr>
              <p:cNvPr id="72" name="Freeform 5">
                <a:extLst>
                  <a:ext uri="{FF2B5EF4-FFF2-40B4-BE49-F238E27FC236}">
                    <a16:creationId xmlns:a16="http://schemas.microsoft.com/office/drawing/2014/main" id="{AC114BA7-B808-0C61-F4C4-498846EB2C1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3" name="Freeform 6">
                <a:extLst>
                  <a:ext uri="{FF2B5EF4-FFF2-40B4-BE49-F238E27FC236}">
                    <a16:creationId xmlns:a16="http://schemas.microsoft.com/office/drawing/2014/main" id="{03055FF5-EB33-F09D-784D-C7AD0188032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4" name="Freeform 7">
                <a:extLst>
                  <a:ext uri="{FF2B5EF4-FFF2-40B4-BE49-F238E27FC236}">
                    <a16:creationId xmlns:a16="http://schemas.microsoft.com/office/drawing/2014/main" id="{EF0C28DE-3EA0-613C-F6F5-A668E5A933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5" name="Freeform 8">
                <a:extLst>
                  <a:ext uri="{FF2B5EF4-FFF2-40B4-BE49-F238E27FC236}">
                    <a16:creationId xmlns:a16="http://schemas.microsoft.com/office/drawing/2014/main" id="{AA3A9144-5E21-1340-D82E-781E8E03088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6" name="Freeform 9">
                <a:extLst>
                  <a:ext uri="{FF2B5EF4-FFF2-40B4-BE49-F238E27FC236}">
                    <a16:creationId xmlns:a16="http://schemas.microsoft.com/office/drawing/2014/main" id="{16E502AF-0487-43AF-00DB-14F962B92CF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7" name="Freeform 10">
                <a:extLst>
                  <a:ext uri="{FF2B5EF4-FFF2-40B4-BE49-F238E27FC236}">
                    <a16:creationId xmlns:a16="http://schemas.microsoft.com/office/drawing/2014/main" id="{0DE8FD0D-C28A-B61F-DFEE-6F90FAD7BFA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8" name="Freeform 11">
                <a:extLst>
                  <a:ext uri="{FF2B5EF4-FFF2-40B4-BE49-F238E27FC236}">
                    <a16:creationId xmlns:a16="http://schemas.microsoft.com/office/drawing/2014/main" id="{F351CFF9-9DD1-E9B5-EE76-334AE5F0349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9" name="Freeform 12">
                <a:extLst>
                  <a:ext uri="{FF2B5EF4-FFF2-40B4-BE49-F238E27FC236}">
                    <a16:creationId xmlns:a16="http://schemas.microsoft.com/office/drawing/2014/main" id="{5CBDFCA1-F27C-774F-EB38-070587A34AB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0" name="Freeform 13">
                <a:extLst>
                  <a:ext uri="{FF2B5EF4-FFF2-40B4-BE49-F238E27FC236}">
                    <a16:creationId xmlns:a16="http://schemas.microsoft.com/office/drawing/2014/main" id="{32C7C41D-9C2F-F9CB-F801-1289ECF5E58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1" name="Freeform 14">
                <a:extLst>
                  <a:ext uri="{FF2B5EF4-FFF2-40B4-BE49-F238E27FC236}">
                    <a16:creationId xmlns:a16="http://schemas.microsoft.com/office/drawing/2014/main" id="{D3D8F53A-7C54-73FF-7202-68AF9530CEF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2" name="Freeform 15">
                <a:extLst>
                  <a:ext uri="{FF2B5EF4-FFF2-40B4-BE49-F238E27FC236}">
                    <a16:creationId xmlns:a16="http://schemas.microsoft.com/office/drawing/2014/main" id="{BD2B90D5-630B-CFC6-CE5B-4A3E778474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3" name="Freeform 16">
                <a:extLst>
                  <a:ext uri="{FF2B5EF4-FFF2-40B4-BE49-F238E27FC236}">
                    <a16:creationId xmlns:a16="http://schemas.microsoft.com/office/drawing/2014/main" id="{44BDC175-2104-E7E3-2519-DA2F92A4A93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4" name="Freeform 17">
                <a:extLst>
                  <a:ext uri="{FF2B5EF4-FFF2-40B4-BE49-F238E27FC236}">
                    <a16:creationId xmlns:a16="http://schemas.microsoft.com/office/drawing/2014/main" id="{E76CB955-2FC2-83C2-AC09-AD01BCCF1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5" name="Rectangle 18">
                <a:extLst>
                  <a:ext uri="{FF2B5EF4-FFF2-40B4-BE49-F238E27FC236}">
                    <a16:creationId xmlns:a16="http://schemas.microsoft.com/office/drawing/2014/main" id="{BB15E459-A560-CBA7-38D2-49EC0DF1798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6" name="Freeform 19">
                <a:extLst>
                  <a:ext uri="{FF2B5EF4-FFF2-40B4-BE49-F238E27FC236}">
                    <a16:creationId xmlns:a16="http://schemas.microsoft.com/office/drawing/2014/main" id="{A894E637-6612-023A-5D26-292EB224BB2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7" name="Freeform 20">
                <a:extLst>
                  <a:ext uri="{FF2B5EF4-FFF2-40B4-BE49-F238E27FC236}">
                    <a16:creationId xmlns:a16="http://schemas.microsoft.com/office/drawing/2014/main" id="{C612BEEF-FFCF-00C7-83E8-3D6CD89DD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8" name="Freeform 21">
                <a:extLst>
                  <a:ext uri="{FF2B5EF4-FFF2-40B4-BE49-F238E27FC236}">
                    <a16:creationId xmlns:a16="http://schemas.microsoft.com/office/drawing/2014/main" id="{535443A8-F420-58B0-6940-C7217CB7D3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9" name="Freeform 22">
                <a:extLst>
                  <a:ext uri="{FF2B5EF4-FFF2-40B4-BE49-F238E27FC236}">
                    <a16:creationId xmlns:a16="http://schemas.microsoft.com/office/drawing/2014/main" id="{D577C4C5-162A-509E-0F90-2D9CF5560B4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0" name="Freeform 23">
                <a:extLst>
                  <a:ext uri="{FF2B5EF4-FFF2-40B4-BE49-F238E27FC236}">
                    <a16:creationId xmlns:a16="http://schemas.microsoft.com/office/drawing/2014/main" id="{9CB671CE-477D-F1B3-6894-F85448189A9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1" name="Freeform 24">
                <a:extLst>
                  <a:ext uri="{FF2B5EF4-FFF2-40B4-BE49-F238E27FC236}">
                    <a16:creationId xmlns:a16="http://schemas.microsoft.com/office/drawing/2014/main" id="{2D545142-881D-002A-830D-2B1960B7F79A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2" name="Freeform 25">
                <a:extLst>
                  <a:ext uri="{FF2B5EF4-FFF2-40B4-BE49-F238E27FC236}">
                    <a16:creationId xmlns:a16="http://schemas.microsoft.com/office/drawing/2014/main" id="{5C959273-267C-8CBA-996C-EC8514CCD7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3" name="Rectangle 26">
                <a:extLst>
                  <a:ext uri="{FF2B5EF4-FFF2-40B4-BE49-F238E27FC236}">
                    <a16:creationId xmlns:a16="http://schemas.microsoft.com/office/drawing/2014/main" id="{2F1B0169-414B-8F53-D204-E4FC9132C39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4" name="Rectangle 27">
                <a:extLst>
                  <a:ext uri="{FF2B5EF4-FFF2-40B4-BE49-F238E27FC236}">
                    <a16:creationId xmlns:a16="http://schemas.microsoft.com/office/drawing/2014/main" id="{FD3CEF0B-9316-CAAF-B811-7977EA0FDC7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  <p:sp>
          <p:nvSpPr>
            <p:cNvPr id="64" name="Rectangle 28">
              <a:extLst>
                <a:ext uri="{FF2B5EF4-FFF2-40B4-BE49-F238E27FC236}">
                  <a16:creationId xmlns:a16="http://schemas.microsoft.com/office/drawing/2014/main" id="{C44969F7-1BF0-A4FA-F4EB-8003272D98C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AB97A83-AA92-5D2A-D89F-2B85130F597F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66" name="Freeform 29">
                <a:extLst>
                  <a:ext uri="{FF2B5EF4-FFF2-40B4-BE49-F238E27FC236}">
                    <a16:creationId xmlns:a16="http://schemas.microsoft.com/office/drawing/2014/main" id="{93913DCE-D7C5-993F-1CBD-D671F4E01A3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7" name="Freeform 30">
                <a:extLst>
                  <a:ext uri="{FF2B5EF4-FFF2-40B4-BE49-F238E27FC236}">
                    <a16:creationId xmlns:a16="http://schemas.microsoft.com/office/drawing/2014/main" id="{6D0A5711-84F8-6852-FC23-C9222B8AB05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8" name="Freeform 31">
                <a:extLst>
                  <a:ext uri="{FF2B5EF4-FFF2-40B4-BE49-F238E27FC236}">
                    <a16:creationId xmlns:a16="http://schemas.microsoft.com/office/drawing/2014/main" id="{185085EF-D1B3-20ED-1267-AC7FAB1644F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9" name="Freeform 32">
                <a:extLst>
                  <a:ext uri="{FF2B5EF4-FFF2-40B4-BE49-F238E27FC236}">
                    <a16:creationId xmlns:a16="http://schemas.microsoft.com/office/drawing/2014/main" id="{8434C32D-C325-1F32-5E19-6C9FC933AC3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0" name="Freeform 33">
                <a:extLst>
                  <a:ext uri="{FF2B5EF4-FFF2-40B4-BE49-F238E27FC236}">
                    <a16:creationId xmlns:a16="http://schemas.microsoft.com/office/drawing/2014/main" id="{A281B950-B57F-4814-65C4-87F843CA0E1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1" name="Freeform 34">
                <a:extLst>
                  <a:ext uri="{FF2B5EF4-FFF2-40B4-BE49-F238E27FC236}">
                    <a16:creationId xmlns:a16="http://schemas.microsoft.com/office/drawing/2014/main" id="{EE465ED6-53DE-A385-42CB-0B5A7547734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20E6808-E70B-FA4B-99F6-1C02BBC16598}"/>
              </a:ext>
            </a:extLst>
          </p:cNvPr>
          <p:cNvGrpSpPr/>
          <p:nvPr/>
        </p:nvGrpSpPr>
        <p:grpSpPr>
          <a:xfrm>
            <a:off x="1539348" y="3561908"/>
            <a:ext cx="7853422" cy="1769127"/>
            <a:chOff x="541049" y="2649538"/>
            <a:chExt cx="9285724" cy="2092325"/>
          </a:xfrm>
          <a:solidFill>
            <a:schemeClr val="bg1"/>
          </a:solidFill>
        </p:grpSpPr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4C297CEF-136F-B1B7-09B1-55E4D7563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4" name="Freeform 6">
              <a:extLst>
                <a:ext uri="{FF2B5EF4-FFF2-40B4-BE49-F238E27FC236}">
                  <a16:creationId xmlns:a16="http://schemas.microsoft.com/office/drawing/2014/main" id="{622BAF6B-1742-15FD-B0EB-40B8C3DC11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788B3367-A4C9-CCD9-A688-1D2826A4B0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3" name="Freeform 8">
              <a:extLst>
                <a:ext uri="{FF2B5EF4-FFF2-40B4-BE49-F238E27FC236}">
                  <a16:creationId xmlns:a16="http://schemas.microsoft.com/office/drawing/2014/main" id="{E75C15B3-8177-7E6B-C4A7-1B9D3FB9D0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4" name="Freeform 9">
              <a:extLst>
                <a:ext uri="{FF2B5EF4-FFF2-40B4-BE49-F238E27FC236}">
                  <a16:creationId xmlns:a16="http://schemas.microsoft.com/office/drawing/2014/main" id="{AA27F0F6-EBAD-77B3-0964-617F5FC5A0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5" name="Freeform 10">
              <a:extLst>
                <a:ext uri="{FF2B5EF4-FFF2-40B4-BE49-F238E27FC236}">
                  <a16:creationId xmlns:a16="http://schemas.microsoft.com/office/drawing/2014/main" id="{0D449E32-BCCB-5FA7-37E4-30FF7569B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6" name="Oval 11">
              <a:extLst>
                <a:ext uri="{FF2B5EF4-FFF2-40B4-BE49-F238E27FC236}">
                  <a16:creationId xmlns:a16="http://schemas.microsoft.com/office/drawing/2014/main" id="{DF4FD3AA-2A1C-04CA-7759-A7926327B4A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1931464294"/>
      </p:ext>
    </p:extLst>
  </p:cSld>
  <p:clrMapOvr>
    <a:masterClrMapping/>
  </p:clrMapOvr>
  <p:transition spd="med"/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27660"/>
            <a:ext cx="9914678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200" b="1" kern="1200" cap="none" spc="-15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幻灯片</a:t>
            </a:r>
            <a:br>
              <a:rPr lang="zh-CN" altLang="en-US" dirty="0"/>
            </a:br>
            <a:r>
              <a:rPr lang="zh-CN" altLang="en-US" dirty="0"/>
              <a:t>演示标题</a:t>
            </a:r>
            <a:br>
              <a:rPr lang="zh-CN" altLang="en-US" dirty="0"/>
            </a:br>
            <a:r>
              <a:rPr lang="zh-CN" altLang="en-US" dirty="0"/>
              <a:t>区域</a:t>
            </a:r>
            <a:endParaRPr lang="en-US" dirty="0"/>
          </a:p>
        </p:txBody>
      </p:sp>
      <p:sp>
        <p:nvSpPr>
          <p:cNvPr id="5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ts val="27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主讲人姓名 </a:t>
            </a:r>
            <a:r>
              <a:rPr lang="en-US" altLang="zh-CN" dirty="0"/>
              <a:t>| </a:t>
            </a:r>
            <a:r>
              <a:rPr lang="zh-CN" altLang="en-US" dirty="0"/>
              <a:t>日期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0529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6BD304-FAC7-4023-9B54-8984F7387559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10152631" y="2542790"/>
            <a:ext cx="3058160" cy="1020580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BBDE3D-E4E2-42E5-9F26-00C1500EFD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27C222CE-31C9-4AE2-A9DE-A34ECC37F0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710DBB3B-7FB8-4ACB-8FA4-3F2A105B9B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3E443DA7-CC51-4460-98C4-193A73750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E1BCDB13-2B5A-46EC-B1D6-C526DEAA84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EDDE8EA-BE8E-4066-AB4A-21CD274354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F442D16-F34F-4D4E-A65A-8C3BC17F2F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50529" y="762000"/>
            <a:ext cx="3942091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rgbClr val="4D144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547684201"/>
      </p:ext>
    </p:extLst>
  </p:cSld>
  <p:clrMapOvr>
    <a:masterClrMapping/>
  </p:clrMapOvr>
  <p:transition spd="med"/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24000"/>
            <a:ext cx="9914678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2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幻灯片</a:t>
            </a:r>
            <a:br>
              <a:rPr lang="zh-CN" altLang="en-US" dirty="0"/>
            </a:br>
            <a:r>
              <a:rPr lang="zh-CN" altLang="en-US" dirty="0"/>
              <a:t>演示标题</a:t>
            </a:r>
            <a:br>
              <a:rPr lang="zh-CN" altLang="en-US" dirty="0"/>
            </a:br>
            <a:r>
              <a:rPr lang="zh-CN" altLang="en-US" dirty="0"/>
              <a:t>区域</a:t>
            </a:r>
            <a:endParaRPr lang="en-US" dirty="0"/>
          </a:p>
        </p:txBody>
      </p:sp>
      <p:sp>
        <p:nvSpPr>
          <p:cNvPr id="5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ts val="27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主讲人姓名 </a:t>
            </a:r>
            <a:r>
              <a:rPr lang="en-US" altLang="zh-CN" dirty="0"/>
              <a:t>| </a:t>
            </a:r>
            <a:r>
              <a:rPr lang="zh-CN" altLang="en-US" dirty="0"/>
              <a:t>日期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10152631" y="2542790"/>
            <a:ext cx="3058160" cy="1020580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158C3A6B-F5BB-E37E-DB3D-C1ABEA07F2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1" name="Freeform 8">
              <a:extLst>
                <a:ext uri="{FF2B5EF4-FFF2-40B4-BE49-F238E27FC236}">
                  <a16:creationId xmlns:a16="http://schemas.microsoft.com/office/drawing/2014/main" id="{A56AE87F-217D-4207-F227-987A2E7FEB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D65BCC2D-74A9-8E37-6BBC-33B74966DA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BA8558ED-E4BF-D888-EF3B-A311AFE8C4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AFF1776F-9DBA-D51E-8F71-E1FB30D767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820D6E3B-9704-EBDF-9D0D-A571A36CB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50529" y="762000"/>
            <a:ext cx="3942091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375F64-E651-1A0A-ABF1-9C38BA663F9F}"/>
              </a:ext>
            </a:extLst>
          </p:cNvPr>
          <p:cNvSpPr txBox="1"/>
          <p:nvPr/>
        </p:nvSpPr>
        <p:spPr>
          <a:xfrm>
            <a:off x="750529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336188655"/>
      </p:ext>
    </p:extLst>
  </p:cSld>
  <p:clrMapOvr>
    <a:masterClrMapping/>
  </p:clrMapOvr>
  <p:transition spd="med"/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89C3EB64-A851-71DD-8882-1FDB7C2E99CB}"/>
              </a:ext>
            </a:extLst>
          </p:cNvPr>
          <p:cNvSpPr txBox="1"/>
          <p:nvPr/>
        </p:nvSpPr>
        <p:spPr>
          <a:xfrm>
            <a:off x="1603772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4C2BE-620B-6B7D-1426-F9CB0B9DB688}"/>
              </a:ext>
            </a:extLst>
          </p:cNvPr>
          <p:cNvGrpSpPr>
            <a:grpSpLocks noChangeAspect="1"/>
          </p:cNvGrpSpPr>
          <p:nvPr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002FA1-87AB-10E7-DF14-BCD2904245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FC16D85-BEED-1820-DFF9-5D8B0AACAC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1F2566FE-64C0-16F6-945D-2961668799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D3B60C47-FE53-B519-B5B0-91907EAADB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51BD7309-4598-0B4D-F955-25A4778655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3AB317A1-606F-084E-CD32-A64A53D259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3ECEF077-D5E5-A906-C26A-748935BA5E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8" y="1549492"/>
            <a:ext cx="6265272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ts val="5700"/>
              </a:lnSpc>
              <a:spcBef>
                <a:spcPct val="0"/>
              </a:spcBef>
              <a:buNone/>
              <a:defRPr lang="en-US" sz="5400" b="1" kern="1200" cap="none" spc="-15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章节标题区域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528" y="4328650"/>
            <a:ext cx="6265272" cy="34624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ts val="2700"/>
              </a:lnSpc>
              <a:spcBef>
                <a:spcPts val="0"/>
              </a:spcBef>
              <a:buNone/>
              <a:defRPr sz="24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副标题区域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2F89-ADF9-0A52-8877-914CA372E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3091432"/>
      </p:ext>
    </p:extLst>
  </p:cSld>
  <p:clrMapOvr>
    <a:masterClrMapping/>
  </p:clrMapOvr>
  <p:transition spd="med"/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C50D814F-EE5B-C084-7424-D39C0DE54FF7}"/>
              </a:ext>
            </a:extLst>
          </p:cNvPr>
          <p:cNvSpPr txBox="1"/>
          <p:nvPr/>
        </p:nvSpPr>
        <p:spPr>
          <a:xfrm>
            <a:off x="1603772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498D60-2F6C-6ADE-BB9A-D957660E0731}"/>
              </a:ext>
            </a:extLst>
          </p:cNvPr>
          <p:cNvGrpSpPr>
            <a:grpSpLocks noChangeAspect="1"/>
          </p:cNvGrpSpPr>
          <p:nvPr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414641-DA5A-BDF2-889C-1430A63E35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6CAA72E6-FAE3-6740-34C0-7A08091254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0EE70422-5E10-8634-79CC-15428116CD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F9B9866C-878A-3BAE-D601-6317EEEB78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20DD7C9B-A88C-7ECB-27AE-CB4579CDB9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084B2859-A58F-9171-5328-94CFD162F5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DC1829C2-6CD9-FE35-3F45-EEC10E2F16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49492"/>
            <a:ext cx="6265272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ts val="5700"/>
              </a:lnSpc>
              <a:spcBef>
                <a:spcPct val="0"/>
              </a:spcBef>
              <a:buNone/>
              <a:defRPr lang="en-US" sz="54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章节标题区域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529" y="4328650"/>
            <a:ext cx="6265272" cy="346249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lnSpc>
                <a:spcPts val="2700"/>
              </a:lnSpc>
              <a:spcBef>
                <a:spcPts val="0"/>
              </a:spcBef>
              <a:buNone/>
              <a:defRPr sz="2400" spc="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副标题区域 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1CC465-FDF1-C0A2-5A83-FB03B2F0F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4289258"/>
      </p:ext>
    </p:extLst>
  </p:cSld>
  <p:clrMapOvr>
    <a:masterClrMapping/>
  </p:clrMapOvr>
  <p:transition spd="med"/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A0C0A2-1C95-CF60-15E7-57B445A899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2485279"/>
      </p:ext>
    </p:extLst>
  </p:cSld>
  <p:clrMapOvr>
    <a:masterClrMapping/>
  </p:clrMapOvr>
  <p:transition spd="med"/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45D89D-54AB-A7D6-4141-95E6B3C369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5008746"/>
      </p:ext>
    </p:extLst>
  </p:cSld>
  <p:clrMapOvr>
    <a:masterClrMapping/>
  </p:clrMapOvr>
  <p:transition spd="med"/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Sub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5B6443-4299-282C-565B-68E5F97027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9887107"/>
      </p:ext>
    </p:extLst>
  </p:cSld>
  <p:clrMapOvr>
    <a:masterClrMapping/>
  </p:clrMapOvr>
  <p:transition spd="med"/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Sub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altLang="zh-CN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296FD5-38BC-1E97-5513-17F333DF59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075509"/>
      </p:ext>
    </p:extLst>
  </p:cSld>
  <p:clrMapOvr>
    <a:masterClrMapping/>
  </p:clrMapOvr>
  <p:transition spd="med"/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8880"/>
            <a:ext cx="1067382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C5559F-D4D6-DA53-A720-07C2A2D68F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250852"/>
      </p:ext>
    </p:extLst>
  </p:cSld>
  <p:clrMapOvr>
    <a:masterClrMapping/>
  </p:clrMapOvr>
  <p:transition spd="med"/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2" y="1308880"/>
            <a:ext cx="1067077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190EFC-69A6-D92C-008E-75B891AE7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7635312"/>
      </p:ext>
    </p:extLst>
  </p:cSld>
  <p:clrMapOvr>
    <a:masterClrMapping/>
  </p:clrMapOvr>
  <p:transition spd="med"/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Subtitl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749388"/>
            <a:ext cx="1067382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altLang="zh-CN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7BD319-CE6A-C56C-FAF4-F7D3C4B20C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7590548"/>
      </p:ext>
    </p:extLst>
  </p:cSld>
  <p:clrMapOvr>
    <a:masterClrMapping/>
  </p:clrMapOvr>
  <p:transition spd="med"/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Subtitle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749389"/>
            <a:ext cx="1067382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altLang="zh-CN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F390D5-FAC3-3E07-D977-2FACDFA7E8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1531177"/>
      </p:ext>
    </p:extLst>
  </p:cSld>
  <p:clrMapOvr>
    <a:masterClrMapping/>
  </p:clrMapOvr>
  <p:transition spd="med"/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307593"/>
            <a:ext cx="5070324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4" hasCustomPrompt="1"/>
          </p:nvPr>
        </p:nvSpPr>
        <p:spPr bwMode="gray">
          <a:xfrm>
            <a:off x="6340962" y="1307593"/>
            <a:ext cx="506709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FE5186-E704-46DB-A234-0339427F82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4333437"/>
      </p:ext>
    </p:extLst>
  </p:cSld>
  <p:clrMapOvr>
    <a:masterClrMapping/>
  </p:clrMapOvr>
  <p:transition spd="med"/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307594"/>
            <a:ext cx="5070324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4" hasCustomPrompt="1"/>
          </p:nvPr>
        </p:nvSpPr>
        <p:spPr bwMode="gray">
          <a:xfrm>
            <a:off x="6340962" y="1307594"/>
            <a:ext cx="506709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D52F52-4191-E70A-A15D-3F4D0CF0AA2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5877096"/>
      </p:ext>
    </p:extLst>
  </p:cSld>
  <p:clrMapOvr>
    <a:masterClrMapping/>
  </p:clrMapOvr>
  <p:transition spd="med"/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4378398" y="1307594"/>
            <a:ext cx="3344059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8017903" y="1307594"/>
            <a:ext cx="341653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61C74C-45BE-3DE8-0DFD-4B97D814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5603268"/>
      </p:ext>
    </p:extLst>
  </p:cSld>
  <p:clrMapOvr>
    <a:masterClrMapping/>
  </p:clrMapOvr>
  <p:transition spd="med"/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ree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4378399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8017903" y="1307594"/>
            <a:ext cx="341653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92B045-EC23-B30D-E716-8FEBB279E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4503033"/>
      </p:ext>
    </p:extLst>
  </p:cSld>
  <p:clrMapOvr>
    <a:masterClrMapping/>
  </p:clrMapOvr>
  <p:transition spd="med"/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5725006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3"/>
            <a:ext cx="572500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8199" y="0"/>
            <a:ext cx="53338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F3C117-A202-AC1A-30DA-A95049B267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4538646"/>
      </p:ext>
    </p:extLst>
  </p:cSld>
  <p:clrMapOvr>
    <a:masterClrMapping/>
  </p:clrMapOvr>
  <p:transition spd="med"/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/Imag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5725006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3"/>
            <a:ext cx="5725006" cy="491958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8199" y="0"/>
            <a:ext cx="53338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E7426-E0FB-DA60-E1E0-A41FD9009F5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9431753"/>
      </p:ext>
    </p:extLst>
  </p:cSld>
  <p:clrMapOvr>
    <a:masterClrMapping/>
  </p:clrMapOvr>
  <p:transition spd="med"/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+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" y="0"/>
            <a:ext cx="4062849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C9E4313D-4BB5-4FBE-BED7-2E337B7C6B9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672569" y="6400800"/>
            <a:ext cx="439026" cy="155448"/>
          </a:xfrm>
        </p:spPr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1CFF5BD6-17CC-00C1-ADCF-B04D6703F62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71604" y="0"/>
            <a:ext cx="7620396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1A0E3B-4CFE-F883-3C78-D9A6BE41AE0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0610" y="995010"/>
            <a:ext cx="3428016" cy="1436465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3800" b="1" strike="noStrike" spc="-15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zh-CN" altLang="en-US" dirty="0"/>
              <a:t>单击文本框</a:t>
            </a:r>
            <a:endParaRPr lang="en-US" altLang="zh-CN" dirty="0"/>
          </a:p>
          <a:p>
            <a:pPr lvl="0"/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5F96A18-152F-7D42-F172-C8D7F6B28F2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2815936"/>
            <a:ext cx="3428016" cy="3280064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850517"/>
      </p:ext>
    </p:extLst>
  </p:cSld>
  <p:clrMapOvr>
    <a:masterClrMapping/>
  </p:clrMapOvr>
  <p:transition spd="med"/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hoto + Statement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" y="0"/>
            <a:ext cx="4062849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571604" y="0"/>
            <a:ext cx="7620396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182470-3621-1323-235D-7DBA176E68E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C11FB6FD-7B80-D920-2B92-D358B18446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0610" y="995010"/>
            <a:ext cx="3428016" cy="1436465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3800" b="1" strike="noStrike" spc="-15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zh-CN" altLang="en-US" dirty="0"/>
              <a:t>单击文本框</a:t>
            </a:r>
            <a:endParaRPr lang="en-US" altLang="zh-CN" dirty="0"/>
          </a:p>
          <a:p>
            <a:pPr lvl="0"/>
            <a:r>
              <a:rPr lang="zh-CN" altLang="en-US" dirty="0"/>
              <a:t>添加标题</a:t>
            </a:r>
            <a:endParaRPr lang="en-US" altLang="zh-CN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F150789-C64C-B456-4B9A-24AED7315FB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2815936"/>
            <a:ext cx="3428016" cy="3280064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934426"/>
      </p:ext>
    </p:extLst>
  </p:cSld>
  <p:clrMapOvr>
    <a:masterClrMapping/>
  </p:clrMapOvr>
  <p:transition spd="med"/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611" y="1863188"/>
            <a:ext cx="10670779" cy="3131627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ts val="7900"/>
              </a:lnSpc>
              <a:spcBef>
                <a:spcPts val="0"/>
              </a:spcBef>
              <a:buNone/>
              <a:defRPr sz="7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494" indent="0">
              <a:buNone/>
              <a:defRPr/>
            </a:lvl2pPr>
          </a:lstStyle>
          <a:p>
            <a:pPr lvl="0"/>
            <a:r>
              <a:rPr lang="zh-CN" altLang="en-US" dirty="0"/>
              <a:t>点击此处添加</a:t>
            </a:r>
            <a:endParaRPr lang="en-US" altLang="zh-CN" dirty="0"/>
          </a:p>
          <a:p>
            <a:pPr lvl="0"/>
            <a:r>
              <a:rPr lang="zh-CN" altLang="en-US" dirty="0"/>
              <a:t>重要的想法、声明</a:t>
            </a:r>
            <a:endParaRPr lang="en-US" altLang="zh-CN" dirty="0"/>
          </a:p>
          <a:p>
            <a:pPr lvl="0"/>
            <a:r>
              <a:rPr lang="zh-CN" altLang="en-US" dirty="0"/>
              <a:t>或主题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1284896"/>
      </p:ext>
    </p:extLst>
  </p:cSld>
  <p:clrMapOvr>
    <a:masterClrMapping/>
  </p:clrMapOvr>
  <p:transition spd="med"/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/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5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 hasCustomPrompt="1"/>
          </p:nvPr>
        </p:nvSpPr>
        <p:spPr bwMode="gray">
          <a:xfrm>
            <a:off x="6858198" y="1307593"/>
            <a:ext cx="4573192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8198" y="442528"/>
            <a:ext cx="4573192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FBC96C-E04F-90E6-1BBE-C65ECD6E5C1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9113115"/>
      </p:ext>
    </p:extLst>
  </p:cSld>
  <p:clrMapOvr>
    <a:masterClrMapping/>
  </p:clrMapOvr>
  <p:transition spd="med"/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/ Produc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5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 hasCustomPrompt="1"/>
          </p:nvPr>
        </p:nvSpPr>
        <p:spPr bwMode="gray">
          <a:xfrm>
            <a:off x="6858200" y="1307592"/>
            <a:ext cx="4573191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8199" y="442529"/>
            <a:ext cx="4573192" cy="42319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A84DA8-2577-7EF4-6122-06E4DEEB80A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8417779"/>
      </p:ext>
    </p:extLst>
  </p:cSld>
  <p:clrMapOvr>
    <a:masterClrMapping/>
  </p:clrMapOvr>
  <p:transition spd="med"/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9"/>
            <a:ext cx="10673829" cy="42319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612" y="1524000"/>
            <a:ext cx="10670779" cy="4572000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000" baseline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点击此图标创建图标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E9C038-E754-006F-B382-D714EB9495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630314"/>
      </p:ext>
    </p:extLst>
  </p:cSld>
  <p:clrMapOvr>
    <a:masterClrMapping/>
  </p:clrMapOvr>
  <p:transition spd="med"/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rt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612" y="1524000"/>
            <a:ext cx="10670779" cy="4572001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0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点击此图标创建图标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222CEF-FCD3-E840-7AE1-E900A5D59C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3885365"/>
      </p:ext>
    </p:extLst>
  </p:cSld>
  <p:clrMapOvr>
    <a:masterClrMapping/>
  </p:clrMapOvr>
  <p:transition spd="med"/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2E9409-35B8-57EB-2941-154C5CA02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3833647"/>
      </p:ext>
    </p:extLst>
  </p:cSld>
  <p:clrMapOvr>
    <a:masterClrMapping/>
  </p:clrMapOvr>
  <p:transition spd="med"/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94B782-D6B1-E164-080E-40821B7DAF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3214186"/>
      </p:ext>
    </p:extLst>
  </p:cSld>
  <p:clrMapOvr>
    <a:masterClrMapping/>
  </p:clrMapOvr>
  <p:transition spd="med"/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165">
            <a:extLst>
              <a:ext uri="{FF2B5EF4-FFF2-40B4-BE49-F238E27FC236}">
                <a16:creationId xmlns:a16="http://schemas.microsoft.com/office/drawing/2014/main" id="{45DF6D6F-9C39-7C31-64D4-4BCE9C9CA5D6}"/>
              </a:ext>
            </a:extLst>
          </p:cNvPr>
          <p:cNvGrpSpPr/>
          <p:nvPr/>
        </p:nvGrpSpPr>
        <p:grpSpPr>
          <a:xfrm>
            <a:off x="1539348" y="3561908"/>
            <a:ext cx="7853422" cy="1769127"/>
            <a:chOff x="541049" y="2649538"/>
            <a:chExt cx="9285724" cy="2092325"/>
          </a:xfrm>
          <a:solidFill>
            <a:srgbClr val="4D144A"/>
          </a:solidFill>
        </p:grpSpPr>
        <p:sp>
          <p:nvSpPr>
            <p:cNvPr id="167" name="Freeform 5">
              <a:extLst>
                <a:ext uri="{FF2B5EF4-FFF2-40B4-BE49-F238E27FC236}">
                  <a16:creationId xmlns:a16="http://schemas.microsoft.com/office/drawing/2014/main" id="{E109AFA1-C190-E6CF-D819-5DDBF44B5E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68" name="Freeform 6">
              <a:extLst>
                <a:ext uri="{FF2B5EF4-FFF2-40B4-BE49-F238E27FC236}">
                  <a16:creationId xmlns:a16="http://schemas.microsoft.com/office/drawing/2014/main" id="{1969BD4D-0C40-739F-FF6B-4214C2BEBC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69" name="Freeform 7">
              <a:extLst>
                <a:ext uri="{FF2B5EF4-FFF2-40B4-BE49-F238E27FC236}">
                  <a16:creationId xmlns:a16="http://schemas.microsoft.com/office/drawing/2014/main" id="{6DB7C37A-1FE6-9BFA-5E83-3EC0F79497F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0" name="Freeform 8">
              <a:extLst>
                <a:ext uri="{FF2B5EF4-FFF2-40B4-BE49-F238E27FC236}">
                  <a16:creationId xmlns:a16="http://schemas.microsoft.com/office/drawing/2014/main" id="{3AEA624F-19C6-31CA-5CD9-7E42ED68DA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1" name="Freeform 9">
              <a:extLst>
                <a:ext uri="{FF2B5EF4-FFF2-40B4-BE49-F238E27FC236}">
                  <a16:creationId xmlns:a16="http://schemas.microsoft.com/office/drawing/2014/main" id="{ED142D15-3F97-1719-8D74-37D26D1CAA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2" name="Freeform 10">
              <a:extLst>
                <a:ext uri="{FF2B5EF4-FFF2-40B4-BE49-F238E27FC236}">
                  <a16:creationId xmlns:a16="http://schemas.microsoft.com/office/drawing/2014/main" id="{6FEBB0B2-4586-05AB-B4FE-055E54F117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3" name="Oval 11">
              <a:extLst>
                <a:ext uri="{FF2B5EF4-FFF2-40B4-BE49-F238E27FC236}">
                  <a16:creationId xmlns:a16="http://schemas.microsoft.com/office/drawing/2014/main" id="{70877F96-1F23-E1FC-71E9-01EE358F60F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B2584B0-B37E-E020-07A7-BAB961C43514}"/>
              </a:ext>
            </a:extLst>
          </p:cNvPr>
          <p:cNvGrpSpPr/>
          <p:nvPr/>
        </p:nvGrpSpPr>
        <p:grpSpPr>
          <a:xfrm>
            <a:off x="9392771" y="767096"/>
            <a:ext cx="2800816" cy="1898696"/>
            <a:chOff x="9390324" y="767096"/>
            <a:chExt cx="2800087" cy="1898696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9DB8BCA-C082-90D7-926B-C6CF4AF09E1C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accent1"/>
            </a:solidFill>
          </p:grpSpPr>
          <p:sp>
            <p:nvSpPr>
              <p:cNvPr id="46" name="Freeform 5">
                <a:extLst>
                  <a:ext uri="{FF2B5EF4-FFF2-40B4-BE49-F238E27FC236}">
                    <a16:creationId xmlns:a16="http://schemas.microsoft.com/office/drawing/2014/main" id="{752B143C-EA30-88CF-4159-D3220D52439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7" name="Freeform 6">
                <a:extLst>
                  <a:ext uri="{FF2B5EF4-FFF2-40B4-BE49-F238E27FC236}">
                    <a16:creationId xmlns:a16="http://schemas.microsoft.com/office/drawing/2014/main" id="{2BD38F57-84A8-6CE5-5871-808CD68267FD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8" name="Freeform 7">
                <a:extLst>
                  <a:ext uri="{FF2B5EF4-FFF2-40B4-BE49-F238E27FC236}">
                    <a16:creationId xmlns:a16="http://schemas.microsoft.com/office/drawing/2014/main" id="{AA0572EA-FFDA-D8B6-A96C-DF4D0432044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9" name="Freeform 8">
                <a:extLst>
                  <a:ext uri="{FF2B5EF4-FFF2-40B4-BE49-F238E27FC236}">
                    <a16:creationId xmlns:a16="http://schemas.microsoft.com/office/drawing/2014/main" id="{9BA36A6F-FB71-28DB-07CD-B21FF32CAA7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0" name="Freeform 9">
                <a:extLst>
                  <a:ext uri="{FF2B5EF4-FFF2-40B4-BE49-F238E27FC236}">
                    <a16:creationId xmlns:a16="http://schemas.microsoft.com/office/drawing/2014/main" id="{44D95805-4759-1419-A377-A8CF32C8756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1" name="Freeform 10">
                <a:extLst>
                  <a:ext uri="{FF2B5EF4-FFF2-40B4-BE49-F238E27FC236}">
                    <a16:creationId xmlns:a16="http://schemas.microsoft.com/office/drawing/2014/main" id="{2EDA3D6C-6EEF-5BB3-A5FE-991573A77F6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2" name="Freeform 11">
                <a:extLst>
                  <a:ext uri="{FF2B5EF4-FFF2-40B4-BE49-F238E27FC236}">
                    <a16:creationId xmlns:a16="http://schemas.microsoft.com/office/drawing/2014/main" id="{6D486C55-E23B-1872-D405-5DC8D2CA45F3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3" name="Freeform 12">
                <a:extLst>
                  <a:ext uri="{FF2B5EF4-FFF2-40B4-BE49-F238E27FC236}">
                    <a16:creationId xmlns:a16="http://schemas.microsoft.com/office/drawing/2014/main" id="{B6A43306-05AB-DDD0-5F08-A0BE5CD4518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4" name="Freeform 13">
                <a:extLst>
                  <a:ext uri="{FF2B5EF4-FFF2-40B4-BE49-F238E27FC236}">
                    <a16:creationId xmlns:a16="http://schemas.microsoft.com/office/drawing/2014/main" id="{D49034F6-E32B-0A8D-D89B-AA4488391FC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5" name="Freeform 14">
                <a:extLst>
                  <a:ext uri="{FF2B5EF4-FFF2-40B4-BE49-F238E27FC236}">
                    <a16:creationId xmlns:a16="http://schemas.microsoft.com/office/drawing/2014/main" id="{F7F6E1B7-B4ED-1699-C492-0032C5B8242D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6" name="Freeform 15">
                <a:extLst>
                  <a:ext uri="{FF2B5EF4-FFF2-40B4-BE49-F238E27FC236}">
                    <a16:creationId xmlns:a16="http://schemas.microsoft.com/office/drawing/2014/main" id="{114EE99C-9EC5-3C6C-64A0-3764DA0E337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7" name="Freeform 16">
                <a:extLst>
                  <a:ext uri="{FF2B5EF4-FFF2-40B4-BE49-F238E27FC236}">
                    <a16:creationId xmlns:a16="http://schemas.microsoft.com/office/drawing/2014/main" id="{ECCFB330-8F90-459F-B1B5-7717B235054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8" name="Freeform 17">
                <a:extLst>
                  <a:ext uri="{FF2B5EF4-FFF2-40B4-BE49-F238E27FC236}">
                    <a16:creationId xmlns:a16="http://schemas.microsoft.com/office/drawing/2014/main" id="{89A34987-E431-2A93-3D62-912217C1C04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9" name="Rectangle 18">
                <a:extLst>
                  <a:ext uri="{FF2B5EF4-FFF2-40B4-BE49-F238E27FC236}">
                    <a16:creationId xmlns:a16="http://schemas.microsoft.com/office/drawing/2014/main" id="{1F951D7F-BED8-991E-3496-7DA93E8148F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0" name="Freeform 19">
                <a:extLst>
                  <a:ext uri="{FF2B5EF4-FFF2-40B4-BE49-F238E27FC236}">
                    <a16:creationId xmlns:a16="http://schemas.microsoft.com/office/drawing/2014/main" id="{272CCB53-F367-9D8A-5671-D442F70CF858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1" name="Freeform 20">
                <a:extLst>
                  <a:ext uri="{FF2B5EF4-FFF2-40B4-BE49-F238E27FC236}">
                    <a16:creationId xmlns:a16="http://schemas.microsoft.com/office/drawing/2014/main" id="{ECF911E9-8158-C08D-23FE-13CCAFED78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/>
              </a:p>
            </p:txBody>
          </p:sp>
          <p:sp>
            <p:nvSpPr>
              <p:cNvPr id="62" name="Freeform 21">
                <a:extLst>
                  <a:ext uri="{FF2B5EF4-FFF2-40B4-BE49-F238E27FC236}">
                    <a16:creationId xmlns:a16="http://schemas.microsoft.com/office/drawing/2014/main" id="{094B2A0F-EF14-8BE6-B468-54D6F6277E8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3" name="Freeform 22">
                <a:extLst>
                  <a:ext uri="{FF2B5EF4-FFF2-40B4-BE49-F238E27FC236}">
                    <a16:creationId xmlns:a16="http://schemas.microsoft.com/office/drawing/2014/main" id="{BD80DF37-D70A-5EC4-04A2-4E73C4038CB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4" name="Freeform 23">
                <a:extLst>
                  <a:ext uri="{FF2B5EF4-FFF2-40B4-BE49-F238E27FC236}">
                    <a16:creationId xmlns:a16="http://schemas.microsoft.com/office/drawing/2014/main" id="{0D00C6D5-7EC4-0318-A93F-CD6F5C70842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5" name="Freeform 24">
                <a:extLst>
                  <a:ext uri="{FF2B5EF4-FFF2-40B4-BE49-F238E27FC236}">
                    <a16:creationId xmlns:a16="http://schemas.microsoft.com/office/drawing/2014/main" id="{AEB26B91-4BD3-875D-141D-DEA322007DD9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6" name="Freeform 25">
                <a:extLst>
                  <a:ext uri="{FF2B5EF4-FFF2-40B4-BE49-F238E27FC236}">
                    <a16:creationId xmlns:a16="http://schemas.microsoft.com/office/drawing/2014/main" id="{4F49B36A-46DF-8CB3-3466-3A29AEB0F38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7" name="Rectangle 26">
                <a:extLst>
                  <a:ext uri="{FF2B5EF4-FFF2-40B4-BE49-F238E27FC236}">
                    <a16:creationId xmlns:a16="http://schemas.microsoft.com/office/drawing/2014/main" id="{F840654A-F47B-BC37-57E2-0E27690D567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8" name="Rectangle 27">
                <a:extLst>
                  <a:ext uri="{FF2B5EF4-FFF2-40B4-BE49-F238E27FC236}">
                    <a16:creationId xmlns:a16="http://schemas.microsoft.com/office/drawing/2014/main" id="{9ADC6671-2EE5-8226-E787-2FB7A9BBA46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  <p:sp>
          <p:nvSpPr>
            <p:cNvPr id="38" name="Rectangle 28">
              <a:extLst>
                <a:ext uri="{FF2B5EF4-FFF2-40B4-BE49-F238E27FC236}">
                  <a16:creationId xmlns:a16="http://schemas.microsoft.com/office/drawing/2014/main" id="{17537E70-E667-DC44-A43A-E53A50AD305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290A113E-9CD9-B2B2-74CC-01FC73534AA3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40" name="Freeform 29">
                <a:extLst>
                  <a:ext uri="{FF2B5EF4-FFF2-40B4-BE49-F238E27FC236}">
                    <a16:creationId xmlns:a16="http://schemas.microsoft.com/office/drawing/2014/main" id="{60FE0670-46BE-A30C-6A81-3F4ACF4BDA0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1" name="Freeform 30">
                <a:extLst>
                  <a:ext uri="{FF2B5EF4-FFF2-40B4-BE49-F238E27FC236}">
                    <a16:creationId xmlns:a16="http://schemas.microsoft.com/office/drawing/2014/main" id="{6E17D649-B42A-09BD-CF61-B8C1A7112E9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2" name="Freeform 31">
                <a:extLst>
                  <a:ext uri="{FF2B5EF4-FFF2-40B4-BE49-F238E27FC236}">
                    <a16:creationId xmlns:a16="http://schemas.microsoft.com/office/drawing/2014/main" id="{8687873F-7C76-382B-60A8-B49C4C184DB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3" name="Freeform 32">
                <a:extLst>
                  <a:ext uri="{FF2B5EF4-FFF2-40B4-BE49-F238E27FC236}">
                    <a16:creationId xmlns:a16="http://schemas.microsoft.com/office/drawing/2014/main" id="{FBF838FB-60C5-AA46-F549-F323F6F945C5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4" name="Freeform 33">
                <a:extLst>
                  <a:ext uri="{FF2B5EF4-FFF2-40B4-BE49-F238E27FC236}">
                    <a16:creationId xmlns:a16="http://schemas.microsoft.com/office/drawing/2014/main" id="{FA747742-768F-6F28-36C9-B9E27D07E2B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5" name="Freeform 34">
                <a:extLst>
                  <a:ext uri="{FF2B5EF4-FFF2-40B4-BE49-F238E27FC236}">
                    <a16:creationId xmlns:a16="http://schemas.microsoft.com/office/drawing/2014/main" id="{93DF03F5-A85B-C364-024C-8BB97454FB2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38233462"/>
      </p:ext>
    </p:extLst>
  </p:cSld>
  <p:clrMapOvr>
    <a:masterClrMapping/>
  </p:clrMapOvr>
  <p:transition spd="med"/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7F7FEAA-CD25-31FD-0E8A-E47145F5F9EB}"/>
              </a:ext>
            </a:extLst>
          </p:cNvPr>
          <p:cNvGrpSpPr/>
          <p:nvPr/>
        </p:nvGrpSpPr>
        <p:grpSpPr>
          <a:xfrm>
            <a:off x="9392771" y="767096"/>
            <a:ext cx="2800816" cy="1898696"/>
            <a:chOff x="9390324" y="767096"/>
            <a:chExt cx="2800087" cy="1898696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DBC4C027-8FC0-71EF-963F-3B8A0447C1E8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bg1"/>
            </a:solidFill>
          </p:grpSpPr>
          <p:sp>
            <p:nvSpPr>
              <p:cNvPr id="72" name="Freeform 5">
                <a:extLst>
                  <a:ext uri="{FF2B5EF4-FFF2-40B4-BE49-F238E27FC236}">
                    <a16:creationId xmlns:a16="http://schemas.microsoft.com/office/drawing/2014/main" id="{AC114BA7-B808-0C61-F4C4-498846EB2C1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3" name="Freeform 6">
                <a:extLst>
                  <a:ext uri="{FF2B5EF4-FFF2-40B4-BE49-F238E27FC236}">
                    <a16:creationId xmlns:a16="http://schemas.microsoft.com/office/drawing/2014/main" id="{03055FF5-EB33-F09D-784D-C7AD0188032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4" name="Freeform 7">
                <a:extLst>
                  <a:ext uri="{FF2B5EF4-FFF2-40B4-BE49-F238E27FC236}">
                    <a16:creationId xmlns:a16="http://schemas.microsoft.com/office/drawing/2014/main" id="{EF0C28DE-3EA0-613C-F6F5-A668E5A933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5" name="Freeform 8">
                <a:extLst>
                  <a:ext uri="{FF2B5EF4-FFF2-40B4-BE49-F238E27FC236}">
                    <a16:creationId xmlns:a16="http://schemas.microsoft.com/office/drawing/2014/main" id="{AA3A9144-5E21-1340-D82E-781E8E03088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6" name="Freeform 9">
                <a:extLst>
                  <a:ext uri="{FF2B5EF4-FFF2-40B4-BE49-F238E27FC236}">
                    <a16:creationId xmlns:a16="http://schemas.microsoft.com/office/drawing/2014/main" id="{16E502AF-0487-43AF-00DB-14F962B92CF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7" name="Freeform 10">
                <a:extLst>
                  <a:ext uri="{FF2B5EF4-FFF2-40B4-BE49-F238E27FC236}">
                    <a16:creationId xmlns:a16="http://schemas.microsoft.com/office/drawing/2014/main" id="{0DE8FD0D-C28A-B61F-DFEE-6F90FAD7BFA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8" name="Freeform 11">
                <a:extLst>
                  <a:ext uri="{FF2B5EF4-FFF2-40B4-BE49-F238E27FC236}">
                    <a16:creationId xmlns:a16="http://schemas.microsoft.com/office/drawing/2014/main" id="{F351CFF9-9DD1-E9B5-EE76-334AE5F0349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9" name="Freeform 12">
                <a:extLst>
                  <a:ext uri="{FF2B5EF4-FFF2-40B4-BE49-F238E27FC236}">
                    <a16:creationId xmlns:a16="http://schemas.microsoft.com/office/drawing/2014/main" id="{5CBDFCA1-F27C-774F-EB38-070587A34AB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0" name="Freeform 13">
                <a:extLst>
                  <a:ext uri="{FF2B5EF4-FFF2-40B4-BE49-F238E27FC236}">
                    <a16:creationId xmlns:a16="http://schemas.microsoft.com/office/drawing/2014/main" id="{32C7C41D-9C2F-F9CB-F801-1289ECF5E58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1" name="Freeform 14">
                <a:extLst>
                  <a:ext uri="{FF2B5EF4-FFF2-40B4-BE49-F238E27FC236}">
                    <a16:creationId xmlns:a16="http://schemas.microsoft.com/office/drawing/2014/main" id="{D3D8F53A-7C54-73FF-7202-68AF9530CEF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2" name="Freeform 15">
                <a:extLst>
                  <a:ext uri="{FF2B5EF4-FFF2-40B4-BE49-F238E27FC236}">
                    <a16:creationId xmlns:a16="http://schemas.microsoft.com/office/drawing/2014/main" id="{BD2B90D5-630B-CFC6-CE5B-4A3E778474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3" name="Freeform 16">
                <a:extLst>
                  <a:ext uri="{FF2B5EF4-FFF2-40B4-BE49-F238E27FC236}">
                    <a16:creationId xmlns:a16="http://schemas.microsoft.com/office/drawing/2014/main" id="{44BDC175-2104-E7E3-2519-DA2F92A4A93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4" name="Freeform 17">
                <a:extLst>
                  <a:ext uri="{FF2B5EF4-FFF2-40B4-BE49-F238E27FC236}">
                    <a16:creationId xmlns:a16="http://schemas.microsoft.com/office/drawing/2014/main" id="{E76CB955-2FC2-83C2-AC09-AD01BCCF1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5" name="Rectangle 18">
                <a:extLst>
                  <a:ext uri="{FF2B5EF4-FFF2-40B4-BE49-F238E27FC236}">
                    <a16:creationId xmlns:a16="http://schemas.microsoft.com/office/drawing/2014/main" id="{BB15E459-A560-CBA7-38D2-49EC0DF1798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6" name="Freeform 19">
                <a:extLst>
                  <a:ext uri="{FF2B5EF4-FFF2-40B4-BE49-F238E27FC236}">
                    <a16:creationId xmlns:a16="http://schemas.microsoft.com/office/drawing/2014/main" id="{A894E637-6612-023A-5D26-292EB224BB2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7" name="Freeform 20">
                <a:extLst>
                  <a:ext uri="{FF2B5EF4-FFF2-40B4-BE49-F238E27FC236}">
                    <a16:creationId xmlns:a16="http://schemas.microsoft.com/office/drawing/2014/main" id="{C612BEEF-FFCF-00C7-83E8-3D6CD89DD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8" name="Freeform 21">
                <a:extLst>
                  <a:ext uri="{FF2B5EF4-FFF2-40B4-BE49-F238E27FC236}">
                    <a16:creationId xmlns:a16="http://schemas.microsoft.com/office/drawing/2014/main" id="{535443A8-F420-58B0-6940-C7217CB7D3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9" name="Freeform 22">
                <a:extLst>
                  <a:ext uri="{FF2B5EF4-FFF2-40B4-BE49-F238E27FC236}">
                    <a16:creationId xmlns:a16="http://schemas.microsoft.com/office/drawing/2014/main" id="{D577C4C5-162A-509E-0F90-2D9CF5560B4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0" name="Freeform 23">
                <a:extLst>
                  <a:ext uri="{FF2B5EF4-FFF2-40B4-BE49-F238E27FC236}">
                    <a16:creationId xmlns:a16="http://schemas.microsoft.com/office/drawing/2014/main" id="{9CB671CE-477D-F1B3-6894-F85448189A9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1" name="Freeform 24">
                <a:extLst>
                  <a:ext uri="{FF2B5EF4-FFF2-40B4-BE49-F238E27FC236}">
                    <a16:creationId xmlns:a16="http://schemas.microsoft.com/office/drawing/2014/main" id="{2D545142-881D-002A-830D-2B1960B7F79A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2" name="Freeform 25">
                <a:extLst>
                  <a:ext uri="{FF2B5EF4-FFF2-40B4-BE49-F238E27FC236}">
                    <a16:creationId xmlns:a16="http://schemas.microsoft.com/office/drawing/2014/main" id="{5C959273-267C-8CBA-996C-EC8514CCD7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3" name="Rectangle 26">
                <a:extLst>
                  <a:ext uri="{FF2B5EF4-FFF2-40B4-BE49-F238E27FC236}">
                    <a16:creationId xmlns:a16="http://schemas.microsoft.com/office/drawing/2014/main" id="{2F1B0169-414B-8F53-D204-E4FC9132C39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4" name="Rectangle 27">
                <a:extLst>
                  <a:ext uri="{FF2B5EF4-FFF2-40B4-BE49-F238E27FC236}">
                    <a16:creationId xmlns:a16="http://schemas.microsoft.com/office/drawing/2014/main" id="{FD3CEF0B-9316-CAAF-B811-7977EA0FDC7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  <p:sp>
          <p:nvSpPr>
            <p:cNvPr id="64" name="Rectangle 28">
              <a:extLst>
                <a:ext uri="{FF2B5EF4-FFF2-40B4-BE49-F238E27FC236}">
                  <a16:creationId xmlns:a16="http://schemas.microsoft.com/office/drawing/2014/main" id="{C44969F7-1BF0-A4FA-F4EB-8003272D98C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AB97A83-AA92-5D2A-D89F-2B85130F597F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66" name="Freeform 29">
                <a:extLst>
                  <a:ext uri="{FF2B5EF4-FFF2-40B4-BE49-F238E27FC236}">
                    <a16:creationId xmlns:a16="http://schemas.microsoft.com/office/drawing/2014/main" id="{93913DCE-D7C5-993F-1CBD-D671F4E01A3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7" name="Freeform 30">
                <a:extLst>
                  <a:ext uri="{FF2B5EF4-FFF2-40B4-BE49-F238E27FC236}">
                    <a16:creationId xmlns:a16="http://schemas.microsoft.com/office/drawing/2014/main" id="{6D0A5711-84F8-6852-FC23-C9222B8AB05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8" name="Freeform 31">
                <a:extLst>
                  <a:ext uri="{FF2B5EF4-FFF2-40B4-BE49-F238E27FC236}">
                    <a16:creationId xmlns:a16="http://schemas.microsoft.com/office/drawing/2014/main" id="{185085EF-D1B3-20ED-1267-AC7FAB1644F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9" name="Freeform 32">
                <a:extLst>
                  <a:ext uri="{FF2B5EF4-FFF2-40B4-BE49-F238E27FC236}">
                    <a16:creationId xmlns:a16="http://schemas.microsoft.com/office/drawing/2014/main" id="{8434C32D-C325-1F32-5E19-6C9FC933AC3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0" name="Freeform 33">
                <a:extLst>
                  <a:ext uri="{FF2B5EF4-FFF2-40B4-BE49-F238E27FC236}">
                    <a16:creationId xmlns:a16="http://schemas.microsoft.com/office/drawing/2014/main" id="{A281B950-B57F-4814-65C4-87F843CA0E1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1" name="Freeform 34">
                <a:extLst>
                  <a:ext uri="{FF2B5EF4-FFF2-40B4-BE49-F238E27FC236}">
                    <a16:creationId xmlns:a16="http://schemas.microsoft.com/office/drawing/2014/main" id="{EE465ED6-53DE-A385-42CB-0B5A7547734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20E6808-E70B-FA4B-99F6-1C02BBC16598}"/>
              </a:ext>
            </a:extLst>
          </p:cNvPr>
          <p:cNvGrpSpPr/>
          <p:nvPr/>
        </p:nvGrpSpPr>
        <p:grpSpPr>
          <a:xfrm>
            <a:off x="1539348" y="3561908"/>
            <a:ext cx="7853422" cy="1769127"/>
            <a:chOff x="541049" y="2649538"/>
            <a:chExt cx="9285724" cy="2092325"/>
          </a:xfrm>
          <a:solidFill>
            <a:schemeClr val="bg1"/>
          </a:solidFill>
        </p:grpSpPr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4C297CEF-136F-B1B7-09B1-55E4D7563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4" name="Freeform 6">
              <a:extLst>
                <a:ext uri="{FF2B5EF4-FFF2-40B4-BE49-F238E27FC236}">
                  <a16:creationId xmlns:a16="http://schemas.microsoft.com/office/drawing/2014/main" id="{622BAF6B-1742-15FD-B0EB-40B8C3DC11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788B3367-A4C9-CCD9-A688-1D2826A4B0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3" name="Freeform 8">
              <a:extLst>
                <a:ext uri="{FF2B5EF4-FFF2-40B4-BE49-F238E27FC236}">
                  <a16:creationId xmlns:a16="http://schemas.microsoft.com/office/drawing/2014/main" id="{E75C15B3-8177-7E6B-C4A7-1B9D3FB9D0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4" name="Freeform 9">
              <a:extLst>
                <a:ext uri="{FF2B5EF4-FFF2-40B4-BE49-F238E27FC236}">
                  <a16:creationId xmlns:a16="http://schemas.microsoft.com/office/drawing/2014/main" id="{AA27F0F6-EBAD-77B3-0964-617F5FC5A0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5" name="Freeform 10">
              <a:extLst>
                <a:ext uri="{FF2B5EF4-FFF2-40B4-BE49-F238E27FC236}">
                  <a16:creationId xmlns:a16="http://schemas.microsoft.com/office/drawing/2014/main" id="{0D449E32-BCCB-5FA7-37E4-30FF7569B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6" name="Oval 11">
              <a:extLst>
                <a:ext uri="{FF2B5EF4-FFF2-40B4-BE49-F238E27FC236}">
                  <a16:creationId xmlns:a16="http://schemas.microsoft.com/office/drawing/2014/main" id="{DF4FD3AA-2A1C-04CA-7759-A7926327B4A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2634269527"/>
      </p:ext>
    </p:extLst>
  </p:cSld>
  <p:clrMapOvr>
    <a:masterClrMapping/>
  </p:clrMapOvr>
  <p:transition spd="med"/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27660"/>
            <a:ext cx="9914678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200" b="1" kern="1200" cap="none" spc="-15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幻灯片</a:t>
            </a:r>
            <a:br>
              <a:rPr lang="zh-CN" altLang="en-US" dirty="0"/>
            </a:br>
            <a:r>
              <a:rPr lang="zh-CN" altLang="en-US" dirty="0"/>
              <a:t>演示标题</a:t>
            </a:r>
            <a:br>
              <a:rPr lang="zh-CN" altLang="en-US" dirty="0"/>
            </a:br>
            <a:r>
              <a:rPr lang="zh-CN" altLang="en-US" dirty="0"/>
              <a:t>区域</a:t>
            </a:r>
            <a:endParaRPr lang="en-US" dirty="0"/>
          </a:p>
        </p:txBody>
      </p:sp>
      <p:sp>
        <p:nvSpPr>
          <p:cNvPr id="5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ts val="27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主讲人姓名 </a:t>
            </a:r>
            <a:r>
              <a:rPr lang="en-US" altLang="zh-CN" dirty="0"/>
              <a:t>| </a:t>
            </a:r>
            <a:r>
              <a:rPr lang="zh-CN" altLang="en-US" dirty="0"/>
              <a:t>日期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0529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6BD304-FAC7-4023-9B54-8984F7387559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10152631" y="2542790"/>
            <a:ext cx="3058160" cy="1020580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BBDE3D-E4E2-42E5-9F26-00C1500EFD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27C222CE-31C9-4AE2-A9DE-A34ECC37F0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710DBB3B-7FB8-4ACB-8FA4-3F2A105B9B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3E443DA7-CC51-4460-98C4-193A73750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E1BCDB13-2B5A-46EC-B1D6-C526DEAA84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EDDE8EA-BE8E-4066-AB4A-21CD274354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F442D16-F34F-4D4E-A65A-8C3BC17F2F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50529" y="762000"/>
            <a:ext cx="3942091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rgbClr val="4D144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051521739"/>
      </p:ext>
    </p:extLst>
  </p:cSld>
  <p:clrMapOvr>
    <a:masterClrMapping/>
  </p:clrMapOvr>
  <p:transition spd="med"/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24000"/>
            <a:ext cx="9914678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2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幻灯片</a:t>
            </a:r>
            <a:br>
              <a:rPr lang="zh-CN" altLang="en-US" dirty="0"/>
            </a:br>
            <a:r>
              <a:rPr lang="zh-CN" altLang="en-US" dirty="0"/>
              <a:t>演示标题</a:t>
            </a:r>
            <a:br>
              <a:rPr lang="zh-CN" altLang="en-US" dirty="0"/>
            </a:br>
            <a:r>
              <a:rPr lang="zh-CN" altLang="en-US" dirty="0"/>
              <a:t>区域</a:t>
            </a:r>
            <a:endParaRPr lang="en-US" dirty="0"/>
          </a:p>
        </p:txBody>
      </p:sp>
      <p:sp>
        <p:nvSpPr>
          <p:cNvPr id="5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ts val="27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主讲人姓名 </a:t>
            </a:r>
            <a:r>
              <a:rPr lang="en-US" altLang="zh-CN" dirty="0"/>
              <a:t>| </a:t>
            </a:r>
            <a:r>
              <a:rPr lang="zh-CN" altLang="en-US" dirty="0"/>
              <a:t>日期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10152631" y="2542790"/>
            <a:ext cx="3058160" cy="1020580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158C3A6B-F5BB-E37E-DB3D-C1ABEA07F2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1" name="Freeform 8">
              <a:extLst>
                <a:ext uri="{FF2B5EF4-FFF2-40B4-BE49-F238E27FC236}">
                  <a16:creationId xmlns:a16="http://schemas.microsoft.com/office/drawing/2014/main" id="{A56AE87F-217D-4207-F227-987A2E7FEB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D65BCC2D-74A9-8E37-6BBC-33B74966DA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BA8558ED-E4BF-D888-EF3B-A311AFE8C4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AFF1776F-9DBA-D51E-8F71-E1FB30D767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820D6E3B-9704-EBDF-9D0D-A571A36CB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50529" y="762000"/>
            <a:ext cx="3942091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375F64-E651-1A0A-ABF1-9C38BA663F9F}"/>
              </a:ext>
            </a:extLst>
          </p:cNvPr>
          <p:cNvSpPr txBox="1"/>
          <p:nvPr/>
        </p:nvSpPr>
        <p:spPr>
          <a:xfrm>
            <a:off x="750529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824866672"/>
      </p:ext>
    </p:extLst>
  </p:cSld>
  <p:clrMapOvr>
    <a:masterClrMapping/>
  </p:clrMapOvr>
  <p:transition spd="med"/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89C3EB64-A851-71DD-8882-1FDB7C2E99CB}"/>
              </a:ext>
            </a:extLst>
          </p:cNvPr>
          <p:cNvSpPr txBox="1"/>
          <p:nvPr/>
        </p:nvSpPr>
        <p:spPr>
          <a:xfrm>
            <a:off x="1603772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4C2BE-620B-6B7D-1426-F9CB0B9DB688}"/>
              </a:ext>
            </a:extLst>
          </p:cNvPr>
          <p:cNvGrpSpPr>
            <a:grpSpLocks noChangeAspect="1"/>
          </p:cNvGrpSpPr>
          <p:nvPr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002FA1-87AB-10E7-DF14-BCD2904245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FC16D85-BEED-1820-DFF9-5D8B0AACAC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1F2566FE-64C0-16F6-945D-2961668799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D3B60C47-FE53-B519-B5B0-91907EAADB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51BD7309-4598-0B4D-F955-25A4778655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3AB317A1-606F-084E-CD32-A64A53D259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3ECEF077-D5E5-A906-C26A-748935BA5E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8" y="1549492"/>
            <a:ext cx="6265272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ts val="5700"/>
              </a:lnSpc>
              <a:spcBef>
                <a:spcPct val="0"/>
              </a:spcBef>
              <a:buNone/>
              <a:defRPr lang="en-US" sz="5400" b="1" kern="1200" cap="none" spc="-15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章节标题区域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528" y="4328650"/>
            <a:ext cx="6265272" cy="34624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ts val="2700"/>
              </a:lnSpc>
              <a:spcBef>
                <a:spcPts val="0"/>
              </a:spcBef>
              <a:buNone/>
              <a:defRPr sz="24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副标题区域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2F89-ADF9-0A52-8877-914CA372E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8634604"/>
      </p:ext>
    </p:extLst>
  </p:cSld>
  <p:clrMapOvr>
    <a:masterClrMapping/>
  </p:clrMapOvr>
  <p:transition spd="med"/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C50D814F-EE5B-C084-7424-D39C0DE54FF7}"/>
              </a:ext>
            </a:extLst>
          </p:cNvPr>
          <p:cNvSpPr txBox="1"/>
          <p:nvPr/>
        </p:nvSpPr>
        <p:spPr>
          <a:xfrm>
            <a:off x="1603772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498D60-2F6C-6ADE-BB9A-D957660E0731}"/>
              </a:ext>
            </a:extLst>
          </p:cNvPr>
          <p:cNvGrpSpPr>
            <a:grpSpLocks noChangeAspect="1"/>
          </p:cNvGrpSpPr>
          <p:nvPr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414641-DA5A-BDF2-889C-1430A63E35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6CAA72E6-FAE3-6740-34C0-7A08091254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0EE70422-5E10-8634-79CC-15428116CD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F9B9866C-878A-3BAE-D601-6317EEEB78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20DD7C9B-A88C-7ECB-27AE-CB4579CDB9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084B2859-A58F-9171-5328-94CFD162F5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DC1829C2-6CD9-FE35-3F45-EEC10E2F16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49492"/>
            <a:ext cx="6265272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ts val="5700"/>
              </a:lnSpc>
              <a:spcBef>
                <a:spcPct val="0"/>
              </a:spcBef>
              <a:buNone/>
              <a:defRPr lang="en-US" sz="54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章节标题区域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529" y="4328650"/>
            <a:ext cx="6265272" cy="346249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lnSpc>
                <a:spcPts val="2700"/>
              </a:lnSpc>
              <a:spcBef>
                <a:spcPts val="0"/>
              </a:spcBef>
              <a:buNone/>
              <a:defRPr sz="2400" spc="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副标题区域 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1CC465-FDF1-C0A2-5A83-FB03B2F0F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0439974"/>
      </p:ext>
    </p:extLst>
  </p:cSld>
  <p:clrMapOvr>
    <a:masterClrMapping/>
  </p:clrMapOvr>
  <p:transition spd="med"/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A0C0A2-1C95-CF60-15E7-57B445A899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201591"/>
      </p:ext>
    </p:extLst>
  </p:cSld>
  <p:clrMapOvr>
    <a:masterClrMapping/>
  </p:clrMapOvr>
  <p:transition spd="med"/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45D89D-54AB-A7D6-4141-95E6B3C369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9532346"/>
      </p:ext>
    </p:extLst>
  </p:cSld>
  <p:clrMapOvr>
    <a:masterClrMapping/>
  </p:clrMapOvr>
  <p:transition spd="med"/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Sub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5B6443-4299-282C-565B-68E5F97027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0143084"/>
      </p:ext>
    </p:extLst>
  </p:cSld>
  <p:clrMapOvr>
    <a:masterClrMapping/>
  </p:clrMapOvr>
  <p:transition spd="med"/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Sub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altLang="zh-CN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296FD5-38BC-1E97-5513-17F333DF59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3644695"/>
      </p:ext>
    </p:extLst>
  </p:cSld>
  <p:clrMapOvr>
    <a:masterClrMapping/>
  </p:clrMapOvr>
  <p:transition spd="med"/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8880"/>
            <a:ext cx="1067382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C5559F-D4D6-DA53-A720-07C2A2D68F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9778528"/>
      </p:ext>
    </p:extLst>
  </p:cSld>
  <p:clrMapOvr>
    <a:masterClrMapping/>
  </p:clrMapOvr>
  <p:transition spd="med"/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2" y="1308880"/>
            <a:ext cx="1067077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190EFC-69A6-D92C-008E-75B891AE7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3194033"/>
      </p:ext>
    </p:extLst>
  </p:cSld>
  <p:clrMapOvr>
    <a:masterClrMapping/>
  </p:clrMapOvr>
  <p:transition spd="med"/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Subtitl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749388"/>
            <a:ext cx="1067382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altLang="zh-CN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7BD319-CE6A-C56C-FAF4-F7D3C4B20C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9545479"/>
      </p:ext>
    </p:extLst>
  </p:cSld>
  <p:clrMapOvr>
    <a:masterClrMapping/>
  </p:clrMapOvr>
  <p:transition spd="med"/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Subtitle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749389"/>
            <a:ext cx="1067382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altLang="zh-CN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F390D5-FAC3-3E07-D977-2FACDFA7E8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5717860"/>
      </p:ext>
    </p:extLst>
  </p:cSld>
  <p:clrMapOvr>
    <a:masterClrMapping/>
  </p:clrMapOvr>
  <p:transition spd="med"/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307593"/>
            <a:ext cx="5070324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4" hasCustomPrompt="1"/>
          </p:nvPr>
        </p:nvSpPr>
        <p:spPr bwMode="gray">
          <a:xfrm>
            <a:off x="6340962" y="1307593"/>
            <a:ext cx="506709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FE5186-E704-46DB-A234-0339427F82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037077"/>
      </p:ext>
    </p:extLst>
  </p:cSld>
  <p:clrMapOvr>
    <a:masterClrMapping/>
  </p:clrMapOvr>
  <p:transition spd="med"/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307594"/>
            <a:ext cx="5070324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4" hasCustomPrompt="1"/>
          </p:nvPr>
        </p:nvSpPr>
        <p:spPr bwMode="gray">
          <a:xfrm>
            <a:off x="6340962" y="1307594"/>
            <a:ext cx="506709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D52F52-4191-E70A-A15D-3F4D0CF0AA2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9715515"/>
      </p:ext>
    </p:extLst>
  </p:cSld>
  <p:clrMapOvr>
    <a:masterClrMapping/>
  </p:clrMapOvr>
  <p:transition spd="med"/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4378398" y="1307594"/>
            <a:ext cx="3344059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8017903" y="1307594"/>
            <a:ext cx="341653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61C74C-45BE-3DE8-0DFD-4B97D814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7271511"/>
      </p:ext>
    </p:extLst>
  </p:cSld>
  <p:clrMapOvr>
    <a:masterClrMapping/>
  </p:clrMapOvr>
  <p:transition spd="med"/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ree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4378399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8017903" y="1307594"/>
            <a:ext cx="341653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92B045-EC23-B30D-E716-8FEBB279E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3402756"/>
      </p:ext>
    </p:extLst>
  </p:cSld>
  <p:clrMapOvr>
    <a:masterClrMapping/>
  </p:clrMapOvr>
  <p:transition spd="med"/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5725006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3"/>
            <a:ext cx="572500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8199" y="0"/>
            <a:ext cx="53338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F3C117-A202-AC1A-30DA-A95049B267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0490731"/>
      </p:ext>
    </p:extLst>
  </p:cSld>
  <p:clrMapOvr>
    <a:masterClrMapping/>
  </p:clrMapOvr>
  <p:transition spd="med"/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/Imag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5725006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3"/>
            <a:ext cx="5725006" cy="491958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8199" y="0"/>
            <a:ext cx="53338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E7426-E0FB-DA60-E1E0-A41FD9009F5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682649"/>
      </p:ext>
    </p:extLst>
  </p:cSld>
  <p:clrMapOvr>
    <a:masterClrMapping/>
  </p:clrMapOvr>
  <p:transition spd="med"/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+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" y="0"/>
            <a:ext cx="4062849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C9E4313D-4BB5-4FBE-BED7-2E337B7C6B9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672569" y="6400800"/>
            <a:ext cx="439026" cy="155448"/>
          </a:xfrm>
        </p:spPr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1CFF5BD6-17CC-00C1-ADCF-B04D6703F62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71604" y="0"/>
            <a:ext cx="7620396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1A0E3B-4CFE-F883-3C78-D9A6BE41AE0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0610" y="995010"/>
            <a:ext cx="3428016" cy="1436465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3800" b="1" strike="noStrike" spc="-15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zh-CN" altLang="en-US" dirty="0"/>
              <a:t>单击文本框</a:t>
            </a:r>
            <a:endParaRPr lang="en-US" altLang="zh-CN" dirty="0"/>
          </a:p>
          <a:p>
            <a:pPr lvl="0"/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5F96A18-152F-7D42-F172-C8D7F6B28F2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2815936"/>
            <a:ext cx="3428016" cy="3280064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816536"/>
      </p:ext>
    </p:extLst>
  </p:cSld>
  <p:clrMapOvr>
    <a:masterClrMapping/>
  </p:clrMapOvr>
  <p:transition spd="med"/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hoto + Statement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" y="0"/>
            <a:ext cx="4062849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571604" y="0"/>
            <a:ext cx="7620396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182470-3621-1323-235D-7DBA176E68E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C11FB6FD-7B80-D920-2B92-D358B18446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0610" y="995010"/>
            <a:ext cx="3428016" cy="1436465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3800" b="1" strike="noStrike" spc="-15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zh-CN" altLang="en-US" dirty="0"/>
              <a:t>单击文本框</a:t>
            </a:r>
            <a:endParaRPr lang="en-US" altLang="zh-CN" dirty="0"/>
          </a:p>
          <a:p>
            <a:pPr lvl="0"/>
            <a:r>
              <a:rPr lang="zh-CN" altLang="en-US" dirty="0"/>
              <a:t>添加标题</a:t>
            </a:r>
            <a:endParaRPr lang="en-US" altLang="zh-CN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F150789-C64C-B456-4B9A-24AED7315FB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2815936"/>
            <a:ext cx="3428016" cy="3280064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518139"/>
      </p:ext>
    </p:extLst>
  </p:cSld>
  <p:clrMapOvr>
    <a:masterClrMapping/>
  </p:clrMapOvr>
  <p:transition spd="med"/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611" y="1863188"/>
            <a:ext cx="10670779" cy="3131627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ts val="7900"/>
              </a:lnSpc>
              <a:spcBef>
                <a:spcPts val="0"/>
              </a:spcBef>
              <a:buNone/>
              <a:defRPr sz="7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494" indent="0">
              <a:buNone/>
              <a:defRPr/>
            </a:lvl2pPr>
          </a:lstStyle>
          <a:p>
            <a:pPr lvl="0"/>
            <a:r>
              <a:rPr lang="zh-CN" altLang="en-US" dirty="0"/>
              <a:t>点击此处添加</a:t>
            </a:r>
            <a:endParaRPr lang="en-US" altLang="zh-CN" dirty="0"/>
          </a:p>
          <a:p>
            <a:pPr lvl="0"/>
            <a:r>
              <a:rPr lang="zh-CN" altLang="en-US" dirty="0"/>
              <a:t>重要的想法、声明</a:t>
            </a:r>
            <a:endParaRPr lang="en-US" altLang="zh-CN" dirty="0"/>
          </a:p>
          <a:p>
            <a:pPr lvl="0"/>
            <a:r>
              <a:rPr lang="zh-CN" altLang="en-US" dirty="0"/>
              <a:t>或主题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1735057"/>
      </p:ext>
    </p:extLst>
  </p:cSld>
  <p:clrMapOvr>
    <a:masterClrMapping/>
  </p:clrMapOvr>
  <p:transition spd="med"/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/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5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 hasCustomPrompt="1"/>
          </p:nvPr>
        </p:nvSpPr>
        <p:spPr bwMode="gray">
          <a:xfrm>
            <a:off x="6858198" y="1307593"/>
            <a:ext cx="4573192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8198" y="442528"/>
            <a:ext cx="4573192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FBC96C-E04F-90E6-1BBE-C65ECD6E5C1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5910827"/>
      </p:ext>
    </p:extLst>
  </p:cSld>
  <p:clrMapOvr>
    <a:masterClrMapping/>
  </p:clrMapOvr>
  <p:transition spd="med"/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/ Produc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5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 hasCustomPrompt="1"/>
          </p:nvPr>
        </p:nvSpPr>
        <p:spPr bwMode="gray">
          <a:xfrm>
            <a:off x="6858200" y="1307592"/>
            <a:ext cx="4573191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8199" y="442529"/>
            <a:ext cx="4573192" cy="42319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A84DA8-2577-7EF4-6122-06E4DEEB80A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9657604"/>
      </p:ext>
    </p:extLst>
  </p:cSld>
  <p:clrMapOvr>
    <a:masterClrMapping/>
  </p:clrMapOvr>
  <p:transition spd="med"/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9"/>
            <a:ext cx="10673829" cy="42319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612" y="1524000"/>
            <a:ext cx="10670779" cy="4572000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000" baseline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点击此图标创建图标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E9C038-E754-006F-B382-D714EB9495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2726522"/>
      </p:ext>
    </p:extLst>
  </p:cSld>
  <p:clrMapOvr>
    <a:masterClrMapping/>
  </p:clrMapOvr>
  <p:transition spd="med"/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rt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612" y="1524000"/>
            <a:ext cx="10670779" cy="4572001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0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点击此图标创建图标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222CEF-FCD3-E840-7AE1-E900A5D59C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7185496"/>
      </p:ext>
    </p:extLst>
  </p:cSld>
  <p:clrMapOvr>
    <a:masterClrMapping/>
  </p:clrMapOvr>
  <p:transition spd="med"/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2E9409-35B8-57EB-2941-154C5CA02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4792458"/>
      </p:ext>
    </p:extLst>
  </p:cSld>
  <p:clrMapOvr>
    <a:masterClrMapping/>
  </p:clrMapOvr>
  <p:transition spd="med"/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94B782-D6B1-E164-080E-40821B7DAF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0120682"/>
      </p:ext>
    </p:extLst>
  </p:cSld>
  <p:clrMapOvr>
    <a:masterClrMapping/>
  </p:clrMapOvr>
  <p:transition spd="med"/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165">
            <a:extLst>
              <a:ext uri="{FF2B5EF4-FFF2-40B4-BE49-F238E27FC236}">
                <a16:creationId xmlns:a16="http://schemas.microsoft.com/office/drawing/2014/main" id="{45DF6D6F-9C39-7C31-64D4-4BCE9C9CA5D6}"/>
              </a:ext>
            </a:extLst>
          </p:cNvPr>
          <p:cNvGrpSpPr/>
          <p:nvPr/>
        </p:nvGrpSpPr>
        <p:grpSpPr>
          <a:xfrm>
            <a:off x="1539348" y="3561908"/>
            <a:ext cx="7853422" cy="1769127"/>
            <a:chOff x="541049" y="2649538"/>
            <a:chExt cx="9285724" cy="2092325"/>
          </a:xfrm>
          <a:solidFill>
            <a:srgbClr val="4D144A"/>
          </a:solidFill>
        </p:grpSpPr>
        <p:sp>
          <p:nvSpPr>
            <p:cNvPr id="167" name="Freeform 5">
              <a:extLst>
                <a:ext uri="{FF2B5EF4-FFF2-40B4-BE49-F238E27FC236}">
                  <a16:creationId xmlns:a16="http://schemas.microsoft.com/office/drawing/2014/main" id="{E109AFA1-C190-E6CF-D819-5DDBF44B5E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68" name="Freeform 6">
              <a:extLst>
                <a:ext uri="{FF2B5EF4-FFF2-40B4-BE49-F238E27FC236}">
                  <a16:creationId xmlns:a16="http://schemas.microsoft.com/office/drawing/2014/main" id="{1969BD4D-0C40-739F-FF6B-4214C2BEBC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69" name="Freeform 7">
              <a:extLst>
                <a:ext uri="{FF2B5EF4-FFF2-40B4-BE49-F238E27FC236}">
                  <a16:creationId xmlns:a16="http://schemas.microsoft.com/office/drawing/2014/main" id="{6DB7C37A-1FE6-9BFA-5E83-3EC0F79497F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0" name="Freeform 8">
              <a:extLst>
                <a:ext uri="{FF2B5EF4-FFF2-40B4-BE49-F238E27FC236}">
                  <a16:creationId xmlns:a16="http://schemas.microsoft.com/office/drawing/2014/main" id="{3AEA624F-19C6-31CA-5CD9-7E42ED68DA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1" name="Freeform 9">
              <a:extLst>
                <a:ext uri="{FF2B5EF4-FFF2-40B4-BE49-F238E27FC236}">
                  <a16:creationId xmlns:a16="http://schemas.microsoft.com/office/drawing/2014/main" id="{ED142D15-3F97-1719-8D74-37D26D1CAA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2" name="Freeform 10">
              <a:extLst>
                <a:ext uri="{FF2B5EF4-FFF2-40B4-BE49-F238E27FC236}">
                  <a16:creationId xmlns:a16="http://schemas.microsoft.com/office/drawing/2014/main" id="{6FEBB0B2-4586-05AB-B4FE-055E54F117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3" name="Oval 11">
              <a:extLst>
                <a:ext uri="{FF2B5EF4-FFF2-40B4-BE49-F238E27FC236}">
                  <a16:creationId xmlns:a16="http://schemas.microsoft.com/office/drawing/2014/main" id="{70877F96-1F23-E1FC-71E9-01EE358F60F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B2584B0-B37E-E020-07A7-BAB961C43514}"/>
              </a:ext>
            </a:extLst>
          </p:cNvPr>
          <p:cNvGrpSpPr/>
          <p:nvPr/>
        </p:nvGrpSpPr>
        <p:grpSpPr>
          <a:xfrm>
            <a:off x="9392771" y="767096"/>
            <a:ext cx="2800816" cy="1898696"/>
            <a:chOff x="9390324" y="767096"/>
            <a:chExt cx="2800087" cy="1898696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9DB8BCA-C082-90D7-926B-C6CF4AF09E1C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accent1"/>
            </a:solidFill>
          </p:grpSpPr>
          <p:sp>
            <p:nvSpPr>
              <p:cNvPr id="46" name="Freeform 5">
                <a:extLst>
                  <a:ext uri="{FF2B5EF4-FFF2-40B4-BE49-F238E27FC236}">
                    <a16:creationId xmlns:a16="http://schemas.microsoft.com/office/drawing/2014/main" id="{752B143C-EA30-88CF-4159-D3220D52439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7" name="Freeform 6">
                <a:extLst>
                  <a:ext uri="{FF2B5EF4-FFF2-40B4-BE49-F238E27FC236}">
                    <a16:creationId xmlns:a16="http://schemas.microsoft.com/office/drawing/2014/main" id="{2BD38F57-84A8-6CE5-5871-808CD68267FD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8" name="Freeform 7">
                <a:extLst>
                  <a:ext uri="{FF2B5EF4-FFF2-40B4-BE49-F238E27FC236}">
                    <a16:creationId xmlns:a16="http://schemas.microsoft.com/office/drawing/2014/main" id="{AA0572EA-FFDA-D8B6-A96C-DF4D0432044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9" name="Freeform 8">
                <a:extLst>
                  <a:ext uri="{FF2B5EF4-FFF2-40B4-BE49-F238E27FC236}">
                    <a16:creationId xmlns:a16="http://schemas.microsoft.com/office/drawing/2014/main" id="{9BA36A6F-FB71-28DB-07CD-B21FF32CAA7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0" name="Freeform 9">
                <a:extLst>
                  <a:ext uri="{FF2B5EF4-FFF2-40B4-BE49-F238E27FC236}">
                    <a16:creationId xmlns:a16="http://schemas.microsoft.com/office/drawing/2014/main" id="{44D95805-4759-1419-A377-A8CF32C8756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1" name="Freeform 10">
                <a:extLst>
                  <a:ext uri="{FF2B5EF4-FFF2-40B4-BE49-F238E27FC236}">
                    <a16:creationId xmlns:a16="http://schemas.microsoft.com/office/drawing/2014/main" id="{2EDA3D6C-6EEF-5BB3-A5FE-991573A77F6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2" name="Freeform 11">
                <a:extLst>
                  <a:ext uri="{FF2B5EF4-FFF2-40B4-BE49-F238E27FC236}">
                    <a16:creationId xmlns:a16="http://schemas.microsoft.com/office/drawing/2014/main" id="{6D486C55-E23B-1872-D405-5DC8D2CA45F3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3" name="Freeform 12">
                <a:extLst>
                  <a:ext uri="{FF2B5EF4-FFF2-40B4-BE49-F238E27FC236}">
                    <a16:creationId xmlns:a16="http://schemas.microsoft.com/office/drawing/2014/main" id="{B6A43306-05AB-DDD0-5F08-A0BE5CD4518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4" name="Freeform 13">
                <a:extLst>
                  <a:ext uri="{FF2B5EF4-FFF2-40B4-BE49-F238E27FC236}">
                    <a16:creationId xmlns:a16="http://schemas.microsoft.com/office/drawing/2014/main" id="{D49034F6-E32B-0A8D-D89B-AA4488391FC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5" name="Freeform 14">
                <a:extLst>
                  <a:ext uri="{FF2B5EF4-FFF2-40B4-BE49-F238E27FC236}">
                    <a16:creationId xmlns:a16="http://schemas.microsoft.com/office/drawing/2014/main" id="{F7F6E1B7-B4ED-1699-C492-0032C5B8242D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6" name="Freeform 15">
                <a:extLst>
                  <a:ext uri="{FF2B5EF4-FFF2-40B4-BE49-F238E27FC236}">
                    <a16:creationId xmlns:a16="http://schemas.microsoft.com/office/drawing/2014/main" id="{114EE99C-9EC5-3C6C-64A0-3764DA0E337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7" name="Freeform 16">
                <a:extLst>
                  <a:ext uri="{FF2B5EF4-FFF2-40B4-BE49-F238E27FC236}">
                    <a16:creationId xmlns:a16="http://schemas.microsoft.com/office/drawing/2014/main" id="{ECCFB330-8F90-459F-B1B5-7717B235054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8" name="Freeform 17">
                <a:extLst>
                  <a:ext uri="{FF2B5EF4-FFF2-40B4-BE49-F238E27FC236}">
                    <a16:creationId xmlns:a16="http://schemas.microsoft.com/office/drawing/2014/main" id="{89A34987-E431-2A93-3D62-912217C1C04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9" name="Rectangle 18">
                <a:extLst>
                  <a:ext uri="{FF2B5EF4-FFF2-40B4-BE49-F238E27FC236}">
                    <a16:creationId xmlns:a16="http://schemas.microsoft.com/office/drawing/2014/main" id="{1F951D7F-BED8-991E-3496-7DA93E8148F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0" name="Freeform 19">
                <a:extLst>
                  <a:ext uri="{FF2B5EF4-FFF2-40B4-BE49-F238E27FC236}">
                    <a16:creationId xmlns:a16="http://schemas.microsoft.com/office/drawing/2014/main" id="{272CCB53-F367-9D8A-5671-D442F70CF858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1" name="Freeform 20">
                <a:extLst>
                  <a:ext uri="{FF2B5EF4-FFF2-40B4-BE49-F238E27FC236}">
                    <a16:creationId xmlns:a16="http://schemas.microsoft.com/office/drawing/2014/main" id="{ECF911E9-8158-C08D-23FE-13CCAFED78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/>
              </a:p>
            </p:txBody>
          </p:sp>
          <p:sp>
            <p:nvSpPr>
              <p:cNvPr id="62" name="Freeform 21">
                <a:extLst>
                  <a:ext uri="{FF2B5EF4-FFF2-40B4-BE49-F238E27FC236}">
                    <a16:creationId xmlns:a16="http://schemas.microsoft.com/office/drawing/2014/main" id="{094B2A0F-EF14-8BE6-B468-54D6F6277E8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3" name="Freeform 22">
                <a:extLst>
                  <a:ext uri="{FF2B5EF4-FFF2-40B4-BE49-F238E27FC236}">
                    <a16:creationId xmlns:a16="http://schemas.microsoft.com/office/drawing/2014/main" id="{BD80DF37-D70A-5EC4-04A2-4E73C4038CB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4" name="Freeform 23">
                <a:extLst>
                  <a:ext uri="{FF2B5EF4-FFF2-40B4-BE49-F238E27FC236}">
                    <a16:creationId xmlns:a16="http://schemas.microsoft.com/office/drawing/2014/main" id="{0D00C6D5-7EC4-0318-A93F-CD6F5C70842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5" name="Freeform 24">
                <a:extLst>
                  <a:ext uri="{FF2B5EF4-FFF2-40B4-BE49-F238E27FC236}">
                    <a16:creationId xmlns:a16="http://schemas.microsoft.com/office/drawing/2014/main" id="{AEB26B91-4BD3-875D-141D-DEA322007DD9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6" name="Freeform 25">
                <a:extLst>
                  <a:ext uri="{FF2B5EF4-FFF2-40B4-BE49-F238E27FC236}">
                    <a16:creationId xmlns:a16="http://schemas.microsoft.com/office/drawing/2014/main" id="{4F49B36A-46DF-8CB3-3466-3A29AEB0F38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7" name="Rectangle 26">
                <a:extLst>
                  <a:ext uri="{FF2B5EF4-FFF2-40B4-BE49-F238E27FC236}">
                    <a16:creationId xmlns:a16="http://schemas.microsoft.com/office/drawing/2014/main" id="{F840654A-F47B-BC37-57E2-0E27690D567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8" name="Rectangle 27">
                <a:extLst>
                  <a:ext uri="{FF2B5EF4-FFF2-40B4-BE49-F238E27FC236}">
                    <a16:creationId xmlns:a16="http://schemas.microsoft.com/office/drawing/2014/main" id="{9ADC6671-2EE5-8226-E787-2FB7A9BBA46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  <p:sp>
          <p:nvSpPr>
            <p:cNvPr id="38" name="Rectangle 28">
              <a:extLst>
                <a:ext uri="{FF2B5EF4-FFF2-40B4-BE49-F238E27FC236}">
                  <a16:creationId xmlns:a16="http://schemas.microsoft.com/office/drawing/2014/main" id="{17537E70-E667-DC44-A43A-E53A50AD305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290A113E-9CD9-B2B2-74CC-01FC73534AA3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40" name="Freeform 29">
                <a:extLst>
                  <a:ext uri="{FF2B5EF4-FFF2-40B4-BE49-F238E27FC236}">
                    <a16:creationId xmlns:a16="http://schemas.microsoft.com/office/drawing/2014/main" id="{60FE0670-46BE-A30C-6A81-3F4ACF4BDA0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1" name="Freeform 30">
                <a:extLst>
                  <a:ext uri="{FF2B5EF4-FFF2-40B4-BE49-F238E27FC236}">
                    <a16:creationId xmlns:a16="http://schemas.microsoft.com/office/drawing/2014/main" id="{6E17D649-B42A-09BD-CF61-B8C1A7112E9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2" name="Freeform 31">
                <a:extLst>
                  <a:ext uri="{FF2B5EF4-FFF2-40B4-BE49-F238E27FC236}">
                    <a16:creationId xmlns:a16="http://schemas.microsoft.com/office/drawing/2014/main" id="{8687873F-7C76-382B-60A8-B49C4C184DB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3" name="Freeform 32">
                <a:extLst>
                  <a:ext uri="{FF2B5EF4-FFF2-40B4-BE49-F238E27FC236}">
                    <a16:creationId xmlns:a16="http://schemas.microsoft.com/office/drawing/2014/main" id="{FBF838FB-60C5-AA46-F549-F323F6F945C5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4" name="Freeform 33">
                <a:extLst>
                  <a:ext uri="{FF2B5EF4-FFF2-40B4-BE49-F238E27FC236}">
                    <a16:creationId xmlns:a16="http://schemas.microsoft.com/office/drawing/2014/main" id="{FA747742-768F-6F28-36C9-B9E27D07E2B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5" name="Freeform 34">
                <a:extLst>
                  <a:ext uri="{FF2B5EF4-FFF2-40B4-BE49-F238E27FC236}">
                    <a16:creationId xmlns:a16="http://schemas.microsoft.com/office/drawing/2014/main" id="{93DF03F5-A85B-C364-024C-8BB97454FB2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29090141"/>
      </p:ext>
    </p:extLst>
  </p:cSld>
  <p:clrMapOvr>
    <a:masterClrMapping/>
  </p:clrMapOvr>
  <p:transition spd="med"/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7F7FEAA-CD25-31FD-0E8A-E47145F5F9EB}"/>
              </a:ext>
            </a:extLst>
          </p:cNvPr>
          <p:cNvGrpSpPr/>
          <p:nvPr/>
        </p:nvGrpSpPr>
        <p:grpSpPr>
          <a:xfrm>
            <a:off x="9392771" y="767096"/>
            <a:ext cx="2800816" cy="1898696"/>
            <a:chOff x="9390324" y="767096"/>
            <a:chExt cx="2800087" cy="1898696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DBC4C027-8FC0-71EF-963F-3B8A0447C1E8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bg1"/>
            </a:solidFill>
          </p:grpSpPr>
          <p:sp>
            <p:nvSpPr>
              <p:cNvPr id="72" name="Freeform 5">
                <a:extLst>
                  <a:ext uri="{FF2B5EF4-FFF2-40B4-BE49-F238E27FC236}">
                    <a16:creationId xmlns:a16="http://schemas.microsoft.com/office/drawing/2014/main" id="{AC114BA7-B808-0C61-F4C4-498846EB2C1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3" name="Freeform 6">
                <a:extLst>
                  <a:ext uri="{FF2B5EF4-FFF2-40B4-BE49-F238E27FC236}">
                    <a16:creationId xmlns:a16="http://schemas.microsoft.com/office/drawing/2014/main" id="{03055FF5-EB33-F09D-784D-C7AD0188032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4" name="Freeform 7">
                <a:extLst>
                  <a:ext uri="{FF2B5EF4-FFF2-40B4-BE49-F238E27FC236}">
                    <a16:creationId xmlns:a16="http://schemas.microsoft.com/office/drawing/2014/main" id="{EF0C28DE-3EA0-613C-F6F5-A668E5A933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5" name="Freeform 8">
                <a:extLst>
                  <a:ext uri="{FF2B5EF4-FFF2-40B4-BE49-F238E27FC236}">
                    <a16:creationId xmlns:a16="http://schemas.microsoft.com/office/drawing/2014/main" id="{AA3A9144-5E21-1340-D82E-781E8E03088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6" name="Freeform 9">
                <a:extLst>
                  <a:ext uri="{FF2B5EF4-FFF2-40B4-BE49-F238E27FC236}">
                    <a16:creationId xmlns:a16="http://schemas.microsoft.com/office/drawing/2014/main" id="{16E502AF-0487-43AF-00DB-14F962B92CF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7" name="Freeform 10">
                <a:extLst>
                  <a:ext uri="{FF2B5EF4-FFF2-40B4-BE49-F238E27FC236}">
                    <a16:creationId xmlns:a16="http://schemas.microsoft.com/office/drawing/2014/main" id="{0DE8FD0D-C28A-B61F-DFEE-6F90FAD7BFA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8" name="Freeform 11">
                <a:extLst>
                  <a:ext uri="{FF2B5EF4-FFF2-40B4-BE49-F238E27FC236}">
                    <a16:creationId xmlns:a16="http://schemas.microsoft.com/office/drawing/2014/main" id="{F351CFF9-9DD1-E9B5-EE76-334AE5F0349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9" name="Freeform 12">
                <a:extLst>
                  <a:ext uri="{FF2B5EF4-FFF2-40B4-BE49-F238E27FC236}">
                    <a16:creationId xmlns:a16="http://schemas.microsoft.com/office/drawing/2014/main" id="{5CBDFCA1-F27C-774F-EB38-070587A34AB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0" name="Freeform 13">
                <a:extLst>
                  <a:ext uri="{FF2B5EF4-FFF2-40B4-BE49-F238E27FC236}">
                    <a16:creationId xmlns:a16="http://schemas.microsoft.com/office/drawing/2014/main" id="{32C7C41D-9C2F-F9CB-F801-1289ECF5E58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1" name="Freeform 14">
                <a:extLst>
                  <a:ext uri="{FF2B5EF4-FFF2-40B4-BE49-F238E27FC236}">
                    <a16:creationId xmlns:a16="http://schemas.microsoft.com/office/drawing/2014/main" id="{D3D8F53A-7C54-73FF-7202-68AF9530CEF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2" name="Freeform 15">
                <a:extLst>
                  <a:ext uri="{FF2B5EF4-FFF2-40B4-BE49-F238E27FC236}">
                    <a16:creationId xmlns:a16="http://schemas.microsoft.com/office/drawing/2014/main" id="{BD2B90D5-630B-CFC6-CE5B-4A3E778474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3" name="Freeform 16">
                <a:extLst>
                  <a:ext uri="{FF2B5EF4-FFF2-40B4-BE49-F238E27FC236}">
                    <a16:creationId xmlns:a16="http://schemas.microsoft.com/office/drawing/2014/main" id="{44BDC175-2104-E7E3-2519-DA2F92A4A93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4" name="Freeform 17">
                <a:extLst>
                  <a:ext uri="{FF2B5EF4-FFF2-40B4-BE49-F238E27FC236}">
                    <a16:creationId xmlns:a16="http://schemas.microsoft.com/office/drawing/2014/main" id="{E76CB955-2FC2-83C2-AC09-AD01BCCF1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5" name="Rectangle 18">
                <a:extLst>
                  <a:ext uri="{FF2B5EF4-FFF2-40B4-BE49-F238E27FC236}">
                    <a16:creationId xmlns:a16="http://schemas.microsoft.com/office/drawing/2014/main" id="{BB15E459-A560-CBA7-38D2-49EC0DF1798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6" name="Freeform 19">
                <a:extLst>
                  <a:ext uri="{FF2B5EF4-FFF2-40B4-BE49-F238E27FC236}">
                    <a16:creationId xmlns:a16="http://schemas.microsoft.com/office/drawing/2014/main" id="{A894E637-6612-023A-5D26-292EB224BB2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7" name="Freeform 20">
                <a:extLst>
                  <a:ext uri="{FF2B5EF4-FFF2-40B4-BE49-F238E27FC236}">
                    <a16:creationId xmlns:a16="http://schemas.microsoft.com/office/drawing/2014/main" id="{C612BEEF-FFCF-00C7-83E8-3D6CD89DD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8" name="Freeform 21">
                <a:extLst>
                  <a:ext uri="{FF2B5EF4-FFF2-40B4-BE49-F238E27FC236}">
                    <a16:creationId xmlns:a16="http://schemas.microsoft.com/office/drawing/2014/main" id="{535443A8-F420-58B0-6940-C7217CB7D3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9" name="Freeform 22">
                <a:extLst>
                  <a:ext uri="{FF2B5EF4-FFF2-40B4-BE49-F238E27FC236}">
                    <a16:creationId xmlns:a16="http://schemas.microsoft.com/office/drawing/2014/main" id="{D577C4C5-162A-509E-0F90-2D9CF5560B4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0" name="Freeform 23">
                <a:extLst>
                  <a:ext uri="{FF2B5EF4-FFF2-40B4-BE49-F238E27FC236}">
                    <a16:creationId xmlns:a16="http://schemas.microsoft.com/office/drawing/2014/main" id="{9CB671CE-477D-F1B3-6894-F85448189A9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1" name="Freeform 24">
                <a:extLst>
                  <a:ext uri="{FF2B5EF4-FFF2-40B4-BE49-F238E27FC236}">
                    <a16:creationId xmlns:a16="http://schemas.microsoft.com/office/drawing/2014/main" id="{2D545142-881D-002A-830D-2B1960B7F79A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2" name="Freeform 25">
                <a:extLst>
                  <a:ext uri="{FF2B5EF4-FFF2-40B4-BE49-F238E27FC236}">
                    <a16:creationId xmlns:a16="http://schemas.microsoft.com/office/drawing/2014/main" id="{5C959273-267C-8CBA-996C-EC8514CCD7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3" name="Rectangle 26">
                <a:extLst>
                  <a:ext uri="{FF2B5EF4-FFF2-40B4-BE49-F238E27FC236}">
                    <a16:creationId xmlns:a16="http://schemas.microsoft.com/office/drawing/2014/main" id="{2F1B0169-414B-8F53-D204-E4FC9132C39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4" name="Rectangle 27">
                <a:extLst>
                  <a:ext uri="{FF2B5EF4-FFF2-40B4-BE49-F238E27FC236}">
                    <a16:creationId xmlns:a16="http://schemas.microsoft.com/office/drawing/2014/main" id="{FD3CEF0B-9316-CAAF-B811-7977EA0FDC7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  <p:sp>
          <p:nvSpPr>
            <p:cNvPr id="64" name="Rectangle 28">
              <a:extLst>
                <a:ext uri="{FF2B5EF4-FFF2-40B4-BE49-F238E27FC236}">
                  <a16:creationId xmlns:a16="http://schemas.microsoft.com/office/drawing/2014/main" id="{C44969F7-1BF0-A4FA-F4EB-8003272D98C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AB97A83-AA92-5D2A-D89F-2B85130F597F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66" name="Freeform 29">
                <a:extLst>
                  <a:ext uri="{FF2B5EF4-FFF2-40B4-BE49-F238E27FC236}">
                    <a16:creationId xmlns:a16="http://schemas.microsoft.com/office/drawing/2014/main" id="{93913DCE-D7C5-993F-1CBD-D671F4E01A3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7" name="Freeform 30">
                <a:extLst>
                  <a:ext uri="{FF2B5EF4-FFF2-40B4-BE49-F238E27FC236}">
                    <a16:creationId xmlns:a16="http://schemas.microsoft.com/office/drawing/2014/main" id="{6D0A5711-84F8-6852-FC23-C9222B8AB05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8" name="Freeform 31">
                <a:extLst>
                  <a:ext uri="{FF2B5EF4-FFF2-40B4-BE49-F238E27FC236}">
                    <a16:creationId xmlns:a16="http://schemas.microsoft.com/office/drawing/2014/main" id="{185085EF-D1B3-20ED-1267-AC7FAB1644F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9" name="Freeform 32">
                <a:extLst>
                  <a:ext uri="{FF2B5EF4-FFF2-40B4-BE49-F238E27FC236}">
                    <a16:creationId xmlns:a16="http://schemas.microsoft.com/office/drawing/2014/main" id="{8434C32D-C325-1F32-5E19-6C9FC933AC3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0" name="Freeform 33">
                <a:extLst>
                  <a:ext uri="{FF2B5EF4-FFF2-40B4-BE49-F238E27FC236}">
                    <a16:creationId xmlns:a16="http://schemas.microsoft.com/office/drawing/2014/main" id="{A281B950-B57F-4814-65C4-87F843CA0E1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1" name="Freeform 34">
                <a:extLst>
                  <a:ext uri="{FF2B5EF4-FFF2-40B4-BE49-F238E27FC236}">
                    <a16:creationId xmlns:a16="http://schemas.microsoft.com/office/drawing/2014/main" id="{EE465ED6-53DE-A385-42CB-0B5A7547734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20E6808-E70B-FA4B-99F6-1C02BBC16598}"/>
              </a:ext>
            </a:extLst>
          </p:cNvPr>
          <p:cNvGrpSpPr/>
          <p:nvPr/>
        </p:nvGrpSpPr>
        <p:grpSpPr>
          <a:xfrm>
            <a:off x="1539348" y="3561908"/>
            <a:ext cx="7853422" cy="1769127"/>
            <a:chOff x="541049" y="2649538"/>
            <a:chExt cx="9285724" cy="2092325"/>
          </a:xfrm>
          <a:solidFill>
            <a:schemeClr val="bg1"/>
          </a:solidFill>
        </p:grpSpPr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4C297CEF-136F-B1B7-09B1-55E4D7563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4" name="Freeform 6">
              <a:extLst>
                <a:ext uri="{FF2B5EF4-FFF2-40B4-BE49-F238E27FC236}">
                  <a16:creationId xmlns:a16="http://schemas.microsoft.com/office/drawing/2014/main" id="{622BAF6B-1742-15FD-B0EB-40B8C3DC11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788B3367-A4C9-CCD9-A688-1D2826A4B0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3" name="Freeform 8">
              <a:extLst>
                <a:ext uri="{FF2B5EF4-FFF2-40B4-BE49-F238E27FC236}">
                  <a16:creationId xmlns:a16="http://schemas.microsoft.com/office/drawing/2014/main" id="{E75C15B3-8177-7E6B-C4A7-1B9D3FB9D0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4" name="Freeform 9">
              <a:extLst>
                <a:ext uri="{FF2B5EF4-FFF2-40B4-BE49-F238E27FC236}">
                  <a16:creationId xmlns:a16="http://schemas.microsoft.com/office/drawing/2014/main" id="{AA27F0F6-EBAD-77B3-0964-617F5FC5A0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5" name="Freeform 10">
              <a:extLst>
                <a:ext uri="{FF2B5EF4-FFF2-40B4-BE49-F238E27FC236}">
                  <a16:creationId xmlns:a16="http://schemas.microsoft.com/office/drawing/2014/main" id="{0D449E32-BCCB-5FA7-37E4-30FF7569B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6" name="Oval 11">
              <a:extLst>
                <a:ext uri="{FF2B5EF4-FFF2-40B4-BE49-F238E27FC236}">
                  <a16:creationId xmlns:a16="http://schemas.microsoft.com/office/drawing/2014/main" id="{DF4FD3AA-2A1C-04CA-7759-A7926327B4A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2780562107"/>
      </p:ext>
    </p:extLst>
  </p:cSld>
  <p:clrMapOvr>
    <a:masterClrMapping/>
  </p:clrMapOvr>
  <p:transition spd="med"/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27660"/>
            <a:ext cx="9914678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200" b="1" kern="1200" cap="none" spc="-15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幻灯片</a:t>
            </a:r>
            <a:br>
              <a:rPr lang="zh-CN" altLang="en-US" dirty="0"/>
            </a:br>
            <a:r>
              <a:rPr lang="zh-CN" altLang="en-US" dirty="0"/>
              <a:t>演示标题</a:t>
            </a:r>
            <a:br>
              <a:rPr lang="zh-CN" altLang="en-US" dirty="0"/>
            </a:br>
            <a:r>
              <a:rPr lang="zh-CN" altLang="en-US" dirty="0"/>
              <a:t>区域</a:t>
            </a:r>
            <a:endParaRPr lang="en-US" dirty="0"/>
          </a:p>
        </p:txBody>
      </p:sp>
      <p:sp>
        <p:nvSpPr>
          <p:cNvPr id="5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ts val="27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主讲人姓名 </a:t>
            </a:r>
            <a:r>
              <a:rPr lang="en-US" altLang="zh-CN" dirty="0"/>
              <a:t>| </a:t>
            </a:r>
            <a:r>
              <a:rPr lang="zh-CN" altLang="en-US" dirty="0"/>
              <a:t>日期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0529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6BD304-FAC7-4023-9B54-8984F7387559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10152631" y="2542790"/>
            <a:ext cx="3058160" cy="1020580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BBDE3D-E4E2-42E5-9F26-00C1500EFD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27C222CE-31C9-4AE2-A9DE-A34ECC37F0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710DBB3B-7FB8-4ACB-8FA4-3F2A105B9B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3E443DA7-CC51-4460-98C4-193A73750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E1BCDB13-2B5A-46EC-B1D6-C526DEAA84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EDDE8EA-BE8E-4066-AB4A-21CD274354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F442D16-F34F-4D4E-A65A-8C3BC17F2F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50529" y="762000"/>
            <a:ext cx="3942091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rgbClr val="4D144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148496597"/>
      </p:ext>
    </p:extLst>
  </p:cSld>
  <p:clrMapOvr>
    <a:masterClrMapping/>
  </p:clrMapOvr>
  <p:transition spd="med"/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24000"/>
            <a:ext cx="9914678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2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幻灯片</a:t>
            </a:r>
            <a:br>
              <a:rPr lang="zh-CN" altLang="en-US" dirty="0"/>
            </a:br>
            <a:r>
              <a:rPr lang="zh-CN" altLang="en-US" dirty="0"/>
              <a:t>演示标题</a:t>
            </a:r>
            <a:br>
              <a:rPr lang="zh-CN" altLang="en-US" dirty="0"/>
            </a:br>
            <a:r>
              <a:rPr lang="zh-CN" altLang="en-US" dirty="0"/>
              <a:t>区域</a:t>
            </a:r>
            <a:endParaRPr lang="en-US" dirty="0"/>
          </a:p>
        </p:txBody>
      </p:sp>
      <p:sp>
        <p:nvSpPr>
          <p:cNvPr id="5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ts val="27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主讲人姓名 </a:t>
            </a:r>
            <a:r>
              <a:rPr lang="en-US" altLang="zh-CN" dirty="0"/>
              <a:t>| </a:t>
            </a:r>
            <a:r>
              <a:rPr lang="zh-CN" altLang="en-US" dirty="0"/>
              <a:t>日期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10152631" y="2542790"/>
            <a:ext cx="3058160" cy="1020580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158C3A6B-F5BB-E37E-DB3D-C1ABEA07F2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1" name="Freeform 8">
              <a:extLst>
                <a:ext uri="{FF2B5EF4-FFF2-40B4-BE49-F238E27FC236}">
                  <a16:creationId xmlns:a16="http://schemas.microsoft.com/office/drawing/2014/main" id="{A56AE87F-217D-4207-F227-987A2E7FEB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D65BCC2D-74A9-8E37-6BBC-33B74966DA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BA8558ED-E4BF-D888-EF3B-A311AFE8C4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AFF1776F-9DBA-D51E-8F71-E1FB30D767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820D6E3B-9704-EBDF-9D0D-A571A36CB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50529" y="762000"/>
            <a:ext cx="3942091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375F64-E651-1A0A-ABF1-9C38BA663F9F}"/>
              </a:ext>
            </a:extLst>
          </p:cNvPr>
          <p:cNvSpPr txBox="1"/>
          <p:nvPr/>
        </p:nvSpPr>
        <p:spPr>
          <a:xfrm>
            <a:off x="750529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322654995"/>
      </p:ext>
    </p:extLst>
  </p:cSld>
  <p:clrMapOvr>
    <a:masterClrMapping/>
  </p:clrMapOvr>
  <p:transition spd="med"/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89C3EB64-A851-71DD-8882-1FDB7C2E99CB}"/>
              </a:ext>
            </a:extLst>
          </p:cNvPr>
          <p:cNvSpPr txBox="1"/>
          <p:nvPr/>
        </p:nvSpPr>
        <p:spPr>
          <a:xfrm>
            <a:off x="1603772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4C2BE-620B-6B7D-1426-F9CB0B9DB688}"/>
              </a:ext>
            </a:extLst>
          </p:cNvPr>
          <p:cNvGrpSpPr>
            <a:grpSpLocks noChangeAspect="1"/>
          </p:cNvGrpSpPr>
          <p:nvPr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002FA1-87AB-10E7-DF14-BCD2904245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FC16D85-BEED-1820-DFF9-5D8B0AACAC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1F2566FE-64C0-16F6-945D-2961668799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D3B60C47-FE53-B519-B5B0-91907EAADB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51BD7309-4598-0B4D-F955-25A4778655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3AB317A1-606F-084E-CD32-A64A53D259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3ECEF077-D5E5-A906-C26A-748935BA5E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8" y="1549492"/>
            <a:ext cx="6265272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ts val="5700"/>
              </a:lnSpc>
              <a:spcBef>
                <a:spcPct val="0"/>
              </a:spcBef>
              <a:buNone/>
              <a:defRPr lang="en-US" sz="5400" b="1" kern="1200" cap="none" spc="-15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章节标题区域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528" y="4328650"/>
            <a:ext cx="6265272" cy="34624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ts val="2700"/>
              </a:lnSpc>
              <a:spcBef>
                <a:spcPts val="0"/>
              </a:spcBef>
              <a:buNone/>
              <a:defRPr sz="24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副标题区域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2F89-ADF9-0A52-8877-914CA372E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1810630"/>
      </p:ext>
    </p:extLst>
  </p:cSld>
  <p:clrMapOvr>
    <a:masterClrMapping/>
  </p:clrMapOvr>
  <p:transition spd="med"/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C50D814F-EE5B-C084-7424-D39C0DE54FF7}"/>
              </a:ext>
            </a:extLst>
          </p:cNvPr>
          <p:cNvSpPr txBox="1"/>
          <p:nvPr/>
        </p:nvSpPr>
        <p:spPr>
          <a:xfrm>
            <a:off x="1603772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498D60-2F6C-6ADE-BB9A-D957660E0731}"/>
              </a:ext>
            </a:extLst>
          </p:cNvPr>
          <p:cNvGrpSpPr>
            <a:grpSpLocks noChangeAspect="1"/>
          </p:cNvGrpSpPr>
          <p:nvPr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414641-DA5A-BDF2-889C-1430A63E35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6CAA72E6-FAE3-6740-34C0-7A08091254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0EE70422-5E10-8634-79CC-15428116CD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F9B9866C-878A-3BAE-D601-6317EEEB78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20DD7C9B-A88C-7ECB-27AE-CB4579CDB9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084B2859-A58F-9171-5328-94CFD162F5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DC1829C2-6CD9-FE35-3F45-EEC10E2F16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49492"/>
            <a:ext cx="6265272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ts val="5700"/>
              </a:lnSpc>
              <a:spcBef>
                <a:spcPct val="0"/>
              </a:spcBef>
              <a:buNone/>
              <a:defRPr lang="en-US" sz="54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章节标题区域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529" y="4328650"/>
            <a:ext cx="6265272" cy="346249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lnSpc>
                <a:spcPts val="2700"/>
              </a:lnSpc>
              <a:spcBef>
                <a:spcPts val="0"/>
              </a:spcBef>
              <a:buNone/>
              <a:defRPr sz="2400" spc="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副标题区域 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1CC465-FDF1-C0A2-5A83-FB03B2F0F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9615848"/>
      </p:ext>
    </p:extLst>
  </p:cSld>
  <p:clrMapOvr>
    <a:masterClrMapping/>
  </p:clrMapOvr>
  <p:transition spd="med"/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A0C0A2-1C95-CF60-15E7-57B445A899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4014885"/>
      </p:ext>
    </p:extLst>
  </p:cSld>
  <p:clrMapOvr>
    <a:masterClrMapping/>
  </p:clrMapOvr>
  <p:transition spd="med"/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45D89D-54AB-A7D6-4141-95E6B3C369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8373792"/>
      </p:ext>
    </p:extLst>
  </p:cSld>
  <p:clrMapOvr>
    <a:masterClrMapping/>
  </p:clrMapOvr>
  <p:transition spd="med"/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Sub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5B6443-4299-282C-565B-68E5F97027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1107948"/>
      </p:ext>
    </p:extLst>
  </p:cSld>
  <p:clrMapOvr>
    <a:masterClrMapping/>
  </p:clrMapOvr>
  <p:transition spd="med"/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Sub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altLang="zh-CN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296FD5-38BC-1E97-5513-17F333DF59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3018459"/>
      </p:ext>
    </p:extLst>
  </p:cSld>
  <p:clrMapOvr>
    <a:masterClrMapping/>
  </p:clrMapOvr>
  <p:transition spd="med"/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8880"/>
            <a:ext cx="1067382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C5559F-D4D6-DA53-A720-07C2A2D68F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155928"/>
      </p:ext>
    </p:extLst>
  </p:cSld>
  <p:clrMapOvr>
    <a:masterClrMapping/>
  </p:clrMapOvr>
  <p:transition spd="med"/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2" y="1308880"/>
            <a:ext cx="1067077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190EFC-69A6-D92C-008E-75B891AE7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4365562"/>
      </p:ext>
    </p:extLst>
  </p:cSld>
  <p:clrMapOvr>
    <a:masterClrMapping/>
  </p:clrMapOvr>
  <p:transition spd="med"/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Subtitl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749388"/>
            <a:ext cx="1067382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altLang="zh-CN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7BD319-CE6A-C56C-FAF4-F7D3C4B20C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4391242"/>
      </p:ext>
    </p:extLst>
  </p:cSld>
  <p:clrMapOvr>
    <a:masterClrMapping/>
  </p:clrMapOvr>
  <p:transition spd="med"/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Subtitle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749389"/>
            <a:ext cx="1067382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altLang="zh-CN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F390D5-FAC3-3E07-D977-2FACDFA7E8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5074526"/>
      </p:ext>
    </p:extLst>
  </p:cSld>
  <p:clrMapOvr>
    <a:masterClrMapping/>
  </p:clrMapOvr>
  <p:transition spd="med"/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307593"/>
            <a:ext cx="5070324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4" hasCustomPrompt="1"/>
          </p:nvPr>
        </p:nvSpPr>
        <p:spPr bwMode="gray">
          <a:xfrm>
            <a:off x="6340962" y="1307593"/>
            <a:ext cx="506709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FE5186-E704-46DB-A234-0339427F82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3446388"/>
      </p:ext>
    </p:extLst>
  </p:cSld>
  <p:clrMapOvr>
    <a:masterClrMapping/>
  </p:clrMapOvr>
  <p:transition spd="med"/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307594"/>
            <a:ext cx="5070324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4" hasCustomPrompt="1"/>
          </p:nvPr>
        </p:nvSpPr>
        <p:spPr bwMode="gray">
          <a:xfrm>
            <a:off x="6340962" y="1307594"/>
            <a:ext cx="506709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D52F52-4191-E70A-A15D-3F4D0CF0AA2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9265289"/>
      </p:ext>
    </p:extLst>
  </p:cSld>
  <p:clrMapOvr>
    <a:masterClrMapping/>
  </p:clrMapOvr>
  <p:transition spd="med"/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4378398" y="1307594"/>
            <a:ext cx="3344059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8017903" y="1307594"/>
            <a:ext cx="341653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61C74C-45BE-3DE8-0DFD-4B97D814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7335096"/>
      </p:ext>
    </p:extLst>
  </p:cSld>
  <p:clrMapOvr>
    <a:masterClrMapping/>
  </p:clrMapOvr>
  <p:transition spd="med"/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ree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4378399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8017903" y="1307594"/>
            <a:ext cx="341653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92B045-EC23-B30D-E716-8FEBB279E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7294776"/>
      </p:ext>
    </p:extLst>
  </p:cSld>
  <p:clrMapOvr>
    <a:masterClrMapping/>
  </p:clrMapOvr>
  <p:transition spd="med"/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5725006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3"/>
            <a:ext cx="572500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8199" y="0"/>
            <a:ext cx="53338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F3C117-A202-AC1A-30DA-A95049B267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6560266"/>
      </p:ext>
    </p:extLst>
  </p:cSld>
  <p:clrMapOvr>
    <a:masterClrMapping/>
  </p:clrMapOvr>
  <p:transition spd="med"/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/Imag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5725006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3"/>
            <a:ext cx="5725006" cy="491958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8199" y="0"/>
            <a:ext cx="53338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E7426-E0FB-DA60-E1E0-A41FD9009F5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7896746"/>
      </p:ext>
    </p:extLst>
  </p:cSld>
  <p:clrMapOvr>
    <a:masterClrMapping/>
  </p:clrMapOvr>
  <p:transition spd="med"/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+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" y="0"/>
            <a:ext cx="4062849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C9E4313D-4BB5-4FBE-BED7-2E337B7C6B9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672569" y="6400800"/>
            <a:ext cx="439026" cy="155448"/>
          </a:xfrm>
        </p:spPr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1CFF5BD6-17CC-00C1-ADCF-B04D6703F62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71604" y="0"/>
            <a:ext cx="7620396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1A0E3B-4CFE-F883-3C78-D9A6BE41AE0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0610" y="995010"/>
            <a:ext cx="3428016" cy="1436465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3800" b="1" strike="noStrike" spc="-15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zh-CN" altLang="en-US" dirty="0"/>
              <a:t>单击文本框</a:t>
            </a:r>
            <a:endParaRPr lang="en-US" altLang="zh-CN" dirty="0"/>
          </a:p>
          <a:p>
            <a:pPr lvl="0"/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5F96A18-152F-7D42-F172-C8D7F6B28F2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2815936"/>
            <a:ext cx="3428016" cy="3280064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972487"/>
      </p:ext>
    </p:extLst>
  </p:cSld>
  <p:clrMapOvr>
    <a:masterClrMapping/>
  </p:clrMapOvr>
  <p:transition spd="med"/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hoto + Statement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" y="0"/>
            <a:ext cx="4062849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571604" y="0"/>
            <a:ext cx="7620396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182470-3621-1323-235D-7DBA176E68E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C11FB6FD-7B80-D920-2B92-D358B18446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0610" y="995010"/>
            <a:ext cx="3428016" cy="1436465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3800" b="1" strike="noStrike" spc="-15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zh-CN" altLang="en-US" dirty="0"/>
              <a:t>单击文本框</a:t>
            </a:r>
            <a:endParaRPr lang="en-US" altLang="zh-CN" dirty="0"/>
          </a:p>
          <a:p>
            <a:pPr lvl="0"/>
            <a:r>
              <a:rPr lang="zh-CN" altLang="en-US" dirty="0"/>
              <a:t>添加标题</a:t>
            </a:r>
            <a:endParaRPr lang="en-US" altLang="zh-CN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F150789-C64C-B456-4B9A-24AED7315FB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2815936"/>
            <a:ext cx="3428016" cy="3280064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085971"/>
      </p:ext>
    </p:extLst>
  </p:cSld>
  <p:clrMapOvr>
    <a:masterClrMapping/>
  </p:clrMapOvr>
  <p:transition spd="med"/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611" y="1863188"/>
            <a:ext cx="10670779" cy="3131627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ts val="7900"/>
              </a:lnSpc>
              <a:spcBef>
                <a:spcPts val="0"/>
              </a:spcBef>
              <a:buNone/>
              <a:defRPr sz="7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494" indent="0">
              <a:buNone/>
              <a:defRPr/>
            </a:lvl2pPr>
          </a:lstStyle>
          <a:p>
            <a:pPr lvl="0"/>
            <a:r>
              <a:rPr lang="zh-CN" altLang="en-US" dirty="0"/>
              <a:t>点击此处添加</a:t>
            </a:r>
            <a:endParaRPr lang="en-US" altLang="zh-CN" dirty="0"/>
          </a:p>
          <a:p>
            <a:pPr lvl="0"/>
            <a:r>
              <a:rPr lang="zh-CN" altLang="en-US" dirty="0"/>
              <a:t>重要的想法、声明</a:t>
            </a:r>
            <a:endParaRPr lang="en-US" altLang="zh-CN" dirty="0"/>
          </a:p>
          <a:p>
            <a:pPr lvl="0"/>
            <a:r>
              <a:rPr lang="zh-CN" altLang="en-US" dirty="0"/>
              <a:t>或主题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87138524"/>
      </p:ext>
    </p:extLst>
  </p:cSld>
  <p:clrMapOvr>
    <a:masterClrMapping/>
  </p:clrMapOvr>
  <p:transition spd="med"/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/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5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 hasCustomPrompt="1"/>
          </p:nvPr>
        </p:nvSpPr>
        <p:spPr bwMode="gray">
          <a:xfrm>
            <a:off x="6858198" y="1307593"/>
            <a:ext cx="4573192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8198" y="442528"/>
            <a:ext cx="4573192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FBC96C-E04F-90E6-1BBE-C65ECD6E5C1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2841744"/>
      </p:ext>
    </p:extLst>
  </p:cSld>
  <p:clrMapOvr>
    <a:masterClrMapping/>
  </p:clrMapOvr>
  <p:transition spd="med"/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/ Produc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5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 hasCustomPrompt="1"/>
          </p:nvPr>
        </p:nvSpPr>
        <p:spPr bwMode="gray">
          <a:xfrm>
            <a:off x="6858200" y="1307592"/>
            <a:ext cx="4573191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8199" y="442529"/>
            <a:ext cx="4573192" cy="42319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A84DA8-2577-7EF4-6122-06E4DEEB80A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0327387"/>
      </p:ext>
    </p:extLst>
  </p:cSld>
  <p:clrMapOvr>
    <a:masterClrMapping/>
  </p:clrMapOvr>
  <p:transition spd="med"/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9"/>
            <a:ext cx="10673829" cy="42319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612" y="1524000"/>
            <a:ext cx="10670779" cy="4572000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000" baseline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点击此图标创建图标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E9C038-E754-006F-B382-D714EB9495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7448710"/>
      </p:ext>
    </p:extLst>
  </p:cSld>
  <p:clrMapOvr>
    <a:masterClrMapping/>
  </p:clrMapOvr>
  <p:transition spd="med"/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rt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612" y="1524000"/>
            <a:ext cx="10670779" cy="4572001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0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点击此图标创建图标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222CEF-FCD3-E840-7AE1-E900A5D59C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6190352"/>
      </p:ext>
    </p:extLst>
  </p:cSld>
  <p:clrMapOvr>
    <a:masterClrMapping/>
  </p:clrMapOvr>
  <p:transition spd="med"/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2E9409-35B8-57EB-2941-154C5CA02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856821"/>
      </p:ext>
    </p:extLst>
  </p:cSld>
  <p:clrMapOvr>
    <a:masterClrMapping/>
  </p:clrMapOvr>
  <p:transition spd="med"/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94B782-D6B1-E164-080E-40821B7DAF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6180032"/>
      </p:ext>
    </p:extLst>
  </p:cSld>
  <p:clrMapOvr>
    <a:masterClrMapping/>
  </p:clrMapOvr>
  <p:transition spd="med"/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165">
            <a:extLst>
              <a:ext uri="{FF2B5EF4-FFF2-40B4-BE49-F238E27FC236}">
                <a16:creationId xmlns:a16="http://schemas.microsoft.com/office/drawing/2014/main" id="{45DF6D6F-9C39-7C31-64D4-4BCE9C9CA5D6}"/>
              </a:ext>
            </a:extLst>
          </p:cNvPr>
          <p:cNvGrpSpPr/>
          <p:nvPr/>
        </p:nvGrpSpPr>
        <p:grpSpPr>
          <a:xfrm>
            <a:off x="1539348" y="3561908"/>
            <a:ext cx="7853422" cy="1769127"/>
            <a:chOff x="541049" y="2649538"/>
            <a:chExt cx="9285724" cy="2092325"/>
          </a:xfrm>
          <a:solidFill>
            <a:srgbClr val="4D144A"/>
          </a:solidFill>
        </p:grpSpPr>
        <p:sp>
          <p:nvSpPr>
            <p:cNvPr id="167" name="Freeform 5">
              <a:extLst>
                <a:ext uri="{FF2B5EF4-FFF2-40B4-BE49-F238E27FC236}">
                  <a16:creationId xmlns:a16="http://schemas.microsoft.com/office/drawing/2014/main" id="{E109AFA1-C190-E6CF-D819-5DDBF44B5E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68" name="Freeform 6">
              <a:extLst>
                <a:ext uri="{FF2B5EF4-FFF2-40B4-BE49-F238E27FC236}">
                  <a16:creationId xmlns:a16="http://schemas.microsoft.com/office/drawing/2014/main" id="{1969BD4D-0C40-739F-FF6B-4214C2BEBC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69" name="Freeform 7">
              <a:extLst>
                <a:ext uri="{FF2B5EF4-FFF2-40B4-BE49-F238E27FC236}">
                  <a16:creationId xmlns:a16="http://schemas.microsoft.com/office/drawing/2014/main" id="{6DB7C37A-1FE6-9BFA-5E83-3EC0F79497F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0" name="Freeform 8">
              <a:extLst>
                <a:ext uri="{FF2B5EF4-FFF2-40B4-BE49-F238E27FC236}">
                  <a16:creationId xmlns:a16="http://schemas.microsoft.com/office/drawing/2014/main" id="{3AEA624F-19C6-31CA-5CD9-7E42ED68DA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1" name="Freeform 9">
              <a:extLst>
                <a:ext uri="{FF2B5EF4-FFF2-40B4-BE49-F238E27FC236}">
                  <a16:creationId xmlns:a16="http://schemas.microsoft.com/office/drawing/2014/main" id="{ED142D15-3F97-1719-8D74-37D26D1CAA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2" name="Freeform 10">
              <a:extLst>
                <a:ext uri="{FF2B5EF4-FFF2-40B4-BE49-F238E27FC236}">
                  <a16:creationId xmlns:a16="http://schemas.microsoft.com/office/drawing/2014/main" id="{6FEBB0B2-4586-05AB-B4FE-055E54F117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3" name="Oval 11">
              <a:extLst>
                <a:ext uri="{FF2B5EF4-FFF2-40B4-BE49-F238E27FC236}">
                  <a16:creationId xmlns:a16="http://schemas.microsoft.com/office/drawing/2014/main" id="{70877F96-1F23-E1FC-71E9-01EE358F60F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B2584B0-B37E-E020-07A7-BAB961C43514}"/>
              </a:ext>
            </a:extLst>
          </p:cNvPr>
          <p:cNvGrpSpPr/>
          <p:nvPr/>
        </p:nvGrpSpPr>
        <p:grpSpPr>
          <a:xfrm>
            <a:off x="9392771" y="767096"/>
            <a:ext cx="2800816" cy="1898696"/>
            <a:chOff x="9390324" y="767096"/>
            <a:chExt cx="2800087" cy="1898696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9DB8BCA-C082-90D7-926B-C6CF4AF09E1C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accent1"/>
            </a:solidFill>
          </p:grpSpPr>
          <p:sp>
            <p:nvSpPr>
              <p:cNvPr id="46" name="Freeform 5">
                <a:extLst>
                  <a:ext uri="{FF2B5EF4-FFF2-40B4-BE49-F238E27FC236}">
                    <a16:creationId xmlns:a16="http://schemas.microsoft.com/office/drawing/2014/main" id="{752B143C-EA30-88CF-4159-D3220D52439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7" name="Freeform 6">
                <a:extLst>
                  <a:ext uri="{FF2B5EF4-FFF2-40B4-BE49-F238E27FC236}">
                    <a16:creationId xmlns:a16="http://schemas.microsoft.com/office/drawing/2014/main" id="{2BD38F57-84A8-6CE5-5871-808CD68267FD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8" name="Freeform 7">
                <a:extLst>
                  <a:ext uri="{FF2B5EF4-FFF2-40B4-BE49-F238E27FC236}">
                    <a16:creationId xmlns:a16="http://schemas.microsoft.com/office/drawing/2014/main" id="{AA0572EA-FFDA-D8B6-A96C-DF4D0432044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9" name="Freeform 8">
                <a:extLst>
                  <a:ext uri="{FF2B5EF4-FFF2-40B4-BE49-F238E27FC236}">
                    <a16:creationId xmlns:a16="http://schemas.microsoft.com/office/drawing/2014/main" id="{9BA36A6F-FB71-28DB-07CD-B21FF32CAA7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0" name="Freeform 9">
                <a:extLst>
                  <a:ext uri="{FF2B5EF4-FFF2-40B4-BE49-F238E27FC236}">
                    <a16:creationId xmlns:a16="http://schemas.microsoft.com/office/drawing/2014/main" id="{44D95805-4759-1419-A377-A8CF32C8756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1" name="Freeform 10">
                <a:extLst>
                  <a:ext uri="{FF2B5EF4-FFF2-40B4-BE49-F238E27FC236}">
                    <a16:creationId xmlns:a16="http://schemas.microsoft.com/office/drawing/2014/main" id="{2EDA3D6C-6EEF-5BB3-A5FE-991573A77F6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2" name="Freeform 11">
                <a:extLst>
                  <a:ext uri="{FF2B5EF4-FFF2-40B4-BE49-F238E27FC236}">
                    <a16:creationId xmlns:a16="http://schemas.microsoft.com/office/drawing/2014/main" id="{6D486C55-E23B-1872-D405-5DC8D2CA45F3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3" name="Freeform 12">
                <a:extLst>
                  <a:ext uri="{FF2B5EF4-FFF2-40B4-BE49-F238E27FC236}">
                    <a16:creationId xmlns:a16="http://schemas.microsoft.com/office/drawing/2014/main" id="{B6A43306-05AB-DDD0-5F08-A0BE5CD4518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4" name="Freeform 13">
                <a:extLst>
                  <a:ext uri="{FF2B5EF4-FFF2-40B4-BE49-F238E27FC236}">
                    <a16:creationId xmlns:a16="http://schemas.microsoft.com/office/drawing/2014/main" id="{D49034F6-E32B-0A8D-D89B-AA4488391FC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5" name="Freeform 14">
                <a:extLst>
                  <a:ext uri="{FF2B5EF4-FFF2-40B4-BE49-F238E27FC236}">
                    <a16:creationId xmlns:a16="http://schemas.microsoft.com/office/drawing/2014/main" id="{F7F6E1B7-B4ED-1699-C492-0032C5B8242D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6" name="Freeform 15">
                <a:extLst>
                  <a:ext uri="{FF2B5EF4-FFF2-40B4-BE49-F238E27FC236}">
                    <a16:creationId xmlns:a16="http://schemas.microsoft.com/office/drawing/2014/main" id="{114EE99C-9EC5-3C6C-64A0-3764DA0E337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7" name="Freeform 16">
                <a:extLst>
                  <a:ext uri="{FF2B5EF4-FFF2-40B4-BE49-F238E27FC236}">
                    <a16:creationId xmlns:a16="http://schemas.microsoft.com/office/drawing/2014/main" id="{ECCFB330-8F90-459F-B1B5-7717B235054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8" name="Freeform 17">
                <a:extLst>
                  <a:ext uri="{FF2B5EF4-FFF2-40B4-BE49-F238E27FC236}">
                    <a16:creationId xmlns:a16="http://schemas.microsoft.com/office/drawing/2014/main" id="{89A34987-E431-2A93-3D62-912217C1C04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9" name="Rectangle 18">
                <a:extLst>
                  <a:ext uri="{FF2B5EF4-FFF2-40B4-BE49-F238E27FC236}">
                    <a16:creationId xmlns:a16="http://schemas.microsoft.com/office/drawing/2014/main" id="{1F951D7F-BED8-991E-3496-7DA93E8148F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0" name="Freeform 19">
                <a:extLst>
                  <a:ext uri="{FF2B5EF4-FFF2-40B4-BE49-F238E27FC236}">
                    <a16:creationId xmlns:a16="http://schemas.microsoft.com/office/drawing/2014/main" id="{272CCB53-F367-9D8A-5671-D442F70CF858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1" name="Freeform 20">
                <a:extLst>
                  <a:ext uri="{FF2B5EF4-FFF2-40B4-BE49-F238E27FC236}">
                    <a16:creationId xmlns:a16="http://schemas.microsoft.com/office/drawing/2014/main" id="{ECF911E9-8158-C08D-23FE-13CCAFED78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/>
              </a:p>
            </p:txBody>
          </p:sp>
          <p:sp>
            <p:nvSpPr>
              <p:cNvPr id="62" name="Freeform 21">
                <a:extLst>
                  <a:ext uri="{FF2B5EF4-FFF2-40B4-BE49-F238E27FC236}">
                    <a16:creationId xmlns:a16="http://schemas.microsoft.com/office/drawing/2014/main" id="{094B2A0F-EF14-8BE6-B468-54D6F6277E8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3" name="Freeform 22">
                <a:extLst>
                  <a:ext uri="{FF2B5EF4-FFF2-40B4-BE49-F238E27FC236}">
                    <a16:creationId xmlns:a16="http://schemas.microsoft.com/office/drawing/2014/main" id="{BD80DF37-D70A-5EC4-04A2-4E73C4038CB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4" name="Freeform 23">
                <a:extLst>
                  <a:ext uri="{FF2B5EF4-FFF2-40B4-BE49-F238E27FC236}">
                    <a16:creationId xmlns:a16="http://schemas.microsoft.com/office/drawing/2014/main" id="{0D00C6D5-7EC4-0318-A93F-CD6F5C70842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5" name="Freeform 24">
                <a:extLst>
                  <a:ext uri="{FF2B5EF4-FFF2-40B4-BE49-F238E27FC236}">
                    <a16:creationId xmlns:a16="http://schemas.microsoft.com/office/drawing/2014/main" id="{AEB26B91-4BD3-875D-141D-DEA322007DD9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6" name="Freeform 25">
                <a:extLst>
                  <a:ext uri="{FF2B5EF4-FFF2-40B4-BE49-F238E27FC236}">
                    <a16:creationId xmlns:a16="http://schemas.microsoft.com/office/drawing/2014/main" id="{4F49B36A-46DF-8CB3-3466-3A29AEB0F38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7" name="Rectangle 26">
                <a:extLst>
                  <a:ext uri="{FF2B5EF4-FFF2-40B4-BE49-F238E27FC236}">
                    <a16:creationId xmlns:a16="http://schemas.microsoft.com/office/drawing/2014/main" id="{F840654A-F47B-BC37-57E2-0E27690D567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8" name="Rectangle 27">
                <a:extLst>
                  <a:ext uri="{FF2B5EF4-FFF2-40B4-BE49-F238E27FC236}">
                    <a16:creationId xmlns:a16="http://schemas.microsoft.com/office/drawing/2014/main" id="{9ADC6671-2EE5-8226-E787-2FB7A9BBA46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  <p:sp>
          <p:nvSpPr>
            <p:cNvPr id="38" name="Rectangle 28">
              <a:extLst>
                <a:ext uri="{FF2B5EF4-FFF2-40B4-BE49-F238E27FC236}">
                  <a16:creationId xmlns:a16="http://schemas.microsoft.com/office/drawing/2014/main" id="{17537E70-E667-DC44-A43A-E53A50AD305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290A113E-9CD9-B2B2-74CC-01FC73534AA3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40" name="Freeform 29">
                <a:extLst>
                  <a:ext uri="{FF2B5EF4-FFF2-40B4-BE49-F238E27FC236}">
                    <a16:creationId xmlns:a16="http://schemas.microsoft.com/office/drawing/2014/main" id="{60FE0670-46BE-A30C-6A81-3F4ACF4BDA0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1" name="Freeform 30">
                <a:extLst>
                  <a:ext uri="{FF2B5EF4-FFF2-40B4-BE49-F238E27FC236}">
                    <a16:creationId xmlns:a16="http://schemas.microsoft.com/office/drawing/2014/main" id="{6E17D649-B42A-09BD-CF61-B8C1A7112E9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2" name="Freeform 31">
                <a:extLst>
                  <a:ext uri="{FF2B5EF4-FFF2-40B4-BE49-F238E27FC236}">
                    <a16:creationId xmlns:a16="http://schemas.microsoft.com/office/drawing/2014/main" id="{8687873F-7C76-382B-60A8-B49C4C184DB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3" name="Freeform 32">
                <a:extLst>
                  <a:ext uri="{FF2B5EF4-FFF2-40B4-BE49-F238E27FC236}">
                    <a16:creationId xmlns:a16="http://schemas.microsoft.com/office/drawing/2014/main" id="{FBF838FB-60C5-AA46-F549-F323F6F945C5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4" name="Freeform 33">
                <a:extLst>
                  <a:ext uri="{FF2B5EF4-FFF2-40B4-BE49-F238E27FC236}">
                    <a16:creationId xmlns:a16="http://schemas.microsoft.com/office/drawing/2014/main" id="{FA747742-768F-6F28-36C9-B9E27D07E2B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5" name="Freeform 34">
                <a:extLst>
                  <a:ext uri="{FF2B5EF4-FFF2-40B4-BE49-F238E27FC236}">
                    <a16:creationId xmlns:a16="http://schemas.microsoft.com/office/drawing/2014/main" id="{93DF03F5-A85B-C364-024C-8BB97454FB2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40761379"/>
      </p:ext>
    </p:extLst>
  </p:cSld>
  <p:clrMapOvr>
    <a:masterClrMapping/>
  </p:clrMapOvr>
  <p:transition spd="med"/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7F7FEAA-CD25-31FD-0E8A-E47145F5F9EB}"/>
              </a:ext>
            </a:extLst>
          </p:cNvPr>
          <p:cNvGrpSpPr/>
          <p:nvPr/>
        </p:nvGrpSpPr>
        <p:grpSpPr>
          <a:xfrm>
            <a:off x="9392771" y="767096"/>
            <a:ext cx="2800816" cy="1898696"/>
            <a:chOff x="9390324" y="767096"/>
            <a:chExt cx="2800087" cy="1898696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DBC4C027-8FC0-71EF-963F-3B8A0447C1E8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bg1"/>
            </a:solidFill>
          </p:grpSpPr>
          <p:sp>
            <p:nvSpPr>
              <p:cNvPr id="72" name="Freeform 5">
                <a:extLst>
                  <a:ext uri="{FF2B5EF4-FFF2-40B4-BE49-F238E27FC236}">
                    <a16:creationId xmlns:a16="http://schemas.microsoft.com/office/drawing/2014/main" id="{AC114BA7-B808-0C61-F4C4-498846EB2C1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3" name="Freeform 6">
                <a:extLst>
                  <a:ext uri="{FF2B5EF4-FFF2-40B4-BE49-F238E27FC236}">
                    <a16:creationId xmlns:a16="http://schemas.microsoft.com/office/drawing/2014/main" id="{03055FF5-EB33-F09D-784D-C7AD0188032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4" name="Freeform 7">
                <a:extLst>
                  <a:ext uri="{FF2B5EF4-FFF2-40B4-BE49-F238E27FC236}">
                    <a16:creationId xmlns:a16="http://schemas.microsoft.com/office/drawing/2014/main" id="{EF0C28DE-3EA0-613C-F6F5-A668E5A933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5" name="Freeform 8">
                <a:extLst>
                  <a:ext uri="{FF2B5EF4-FFF2-40B4-BE49-F238E27FC236}">
                    <a16:creationId xmlns:a16="http://schemas.microsoft.com/office/drawing/2014/main" id="{AA3A9144-5E21-1340-D82E-781E8E03088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6" name="Freeform 9">
                <a:extLst>
                  <a:ext uri="{FF2B5EF4-FFF2-40B4-BE49-F238E27FC236}">
                    <a16:creationId xmlns:a16="http://schemas.microsoft.com/office/drawing/2014/main" id="{16E502AF-0487-43AF-00DB-14F962B92CF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7" name="Freeform 10">
                <a:extLst>
                  <a:ext uri="{FF2B5EF4-FFF2-40B4-BE49-F238E27FC236}">
                    <a16:creationId xmlns:a16="http://schemas.microsoft.com/office/drawing/2014/main" id="{0DE8FD0D-C28A-B61F-DFEE-6F90FAD7BFA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8" name="Freeform 11">
                <a:extLst>
                  <a:ext uri="{FF2B5EF4-FFF2-40B4-BE49-F238E27FC236}">
                    <a16:creationId xmlns:a16="http://schemas.microsoft.com/office/drawing/2014/main" id="{F351CFF9-9DD1-E9B5-EE76-334AE5F0349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9" name="Freeform 12">
                <a:extLst>
                  <a:ext uri="{FF2B5EF4-FFF2-40B4-BE49-F238E27FC236}">
                    <a16:creationId xmlns:a16="http://schemas.microsoft.com/office/drawing/2014/main" id="{5CBDFCA1-F27C-774F-EB38-070587A34AB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0" name="Freeform 13">
                <a:extLst>
                  <a:ext uri="{FF2B5EF4-FFF2-40B4-BE49-F238E27FC236}">
                    <a16:creationId xmlns:a16="http://schemas.microsoft.com/office/drawing/2014/main" id="{32C7C41D-9C2F-F9CB-F801-1289ECF5E58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1" name="Freeform 14">
                <a:extLst>
                  <a:ext uri="{FF2B5EF4-FFF2-40B4-BE49-F238E27FC236}">
                    <a16:creationId xmlns:a16="http://schemas.microsoft.com/office/drawing/2014/main" id="{D3D8F53A-7C54-73FF-7202-68AF9530CEF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2" name="Freeform 15">
                <a:extLst>
                  <a:ext uri="{FF2B5EF4-FFF2-40B4-BE49-F238E27FC236}">
                    <a16:creationId xmlns:a16="http://schemas.microsoft.com/office/drawing/2014/main" id="{BD2B90D5-630B-CFC6-CE5B-4A3E778474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3" name="Freeform 16">
                <a:extLst>
                  <a:ext uri="{FF2B5EF4-FFF2-40B4-BE49-F238E27FC236}">
                    <a16:creationId xmlns:a16="http://schemas.microsoft.com/office/drawing/2014/main" id="{44BDC175-2104-E7E3-2519-DA2F92A4A93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4" name="Freeform 17">
                <a:extLst>
                  <a:ext uri="{FF2B5EF4-FFF2-40B4-BE49-F238E27FC236}">
                    <a16:creationId xmlns:a16="http://schemas.microsoft.com/office/drawing/2014/main" id="{E76CB955-2FC2-83C2-AC09-AD01BCCF1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5" name="Rectangle 18">
                <a:extLst>
                  <a:ext uri="{FF2B5EF4-FFF2-40B4-BE49-F238E27FC236}">
                    <a16:creationId xmlns:a16="http://schemas.microsoft.com/office/drawing/2014/main" id="{BB15E459-A560-CBA7-38D2-49EC0DF1798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6" name="Freeform 19">
                <a:extLst>
                  <a:ext uri="{FF2B5EF4-FFF2-40B4-BE49-F238E27FC236}">
                    <a16:creationId xmlns:a16="http://schemas.microsoft.com/office/drawing/2014/main" id="{A894E637-6612-023A-5D26-292EB224BB2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7" name="Freeform 20">
                <a:extLst>
                  <a:ext uri="{FF2B5EF4-FFF2-40B4-BE49-F238E27FC236}">
                    <a16:creationId xmlns:a16="http://schemas.microsoft.com/office/drawing/2014/main" id="{C612BEEF-FFCF-00C7-83E8-3D6CD89DD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8" name="Freeform 21">
                <a:extLst>
                  <a:ext uri="{FF2B5EF4-FFF2-40B4-BE49-F238E27FC236}">
                    <a16:creationId xmlns:a16="http://schemas.microsoft.com/office/drawing/2014/main" id="{535443A8-F420-58B0-6940-C7217CB7D3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9" name="Freeform 22">
                <a:extLst>
                  <a:ext uri="{FF2B5EF4-FFF2-40B4-BE49-F238E27FC236}">
                    <a16:creationId xmlns:a16="http://schemas.microsoft.com/office/drawing/2014/main" id="{D577C4C5-162A-509E-0F90-2D9CF5560B4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0" name="Freeform 23">
                <a:extLst>
                  <a:ext uri="{FF2B5EF4-FFF2-40B4-BE49-F238E27FC236}">
                    <a16:creationId xmlns:a16="http://schemas.microsoft.com/office/drawing/2014/main" id="{9CB671CE-477D-F1B3-6894-F85448189A9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1" name="Freeform 24">
                <a:extLst>
                  <a:ext uri="{FF2B5EF4-FFF2-40B4-BE49-F238E27FC236}">
                    <a16:creationId xmlns:a16="http://schemas.microsoft.com/office/drawing/2014/main" id="{2D545142-881D-002A-830D-2B1960B7F79A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2" name="Freeform 25">
                <a:extLst>
                  <a:ext uri="{FF2B5EF4-FFF2-40B4-BE49-F238E27FC236}">
                    <a16:creationId xmlns:a16="http://schemas.microsoft.com/office/drawing/2014/main" id="{5C959273-267C-8CBA-996C-EC8514CCD7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3" name="Rectangle 26">
                <a:extLst>
                  <a:ext uri="{FF2B5EF4-FFF2-40B4-BE49-F238E27FC236}">
                    <a16:creationId xmlns:a16="http://schemas.microsoft.com/office/drawing/2014/main" id="{2F1B0169-414B-8F53-D204-E4FC9132C39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4" name="Rectangle 27">
                <a:extLst>
                  <a:ext uri="{FF2B5EF4-FFF2-40B4-BE49-F238E27FC236}">
                    <a16:creationId xmlns:a16="http://schemas.microsoft.com/office/drawing/2014/main" id="{FD3CEF0B-9316-CAAF-B811-7977EA0FDC7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  <p:sp>
          <p:nvSpPr>
            <p:cNvPr id="64" name="Rectangle 28">
              <a:extLst>
                <a:ext uri="{FF2B5EF4-FFF2-40B4-BE49-F238E27FC236}">
                  <a16:creationId xmlns:a16="http://schemas.microsoft.com/office/drawing/2014/main" id="{C44969F7-1BF0-A4FA-F4EB-8003272D98C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AB97A83-AA92-5D2A-D89F-2B85130F597F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66" name="Freeform 29">
                <a:extLst>
                  <a:ext uri="{FF2B5EF4-FFF2-40B4-BE49-F238E27FC236}">
                    <a16:creationId xmlns:a16="http://schemas.microsoft.com/office/drawing/2014/main" id="{93913DCE-D7C5-993F-1CBD-D671F4E01A3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7" name="Freeform 30">
                <a:extLst>
                  <a:ext uri="{FF2B5EF4-FFF2-40B4-BE49-F238E27FC236}">
                    <a16:creationId xmlns:a16="http://schemas.microsoft.com/office/drawing/2014/main" id="{6D0A5711-84F8-6852-FC23-C9222B8AB05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8" name="Freeform 31">
                <a:extLst>
                  <a:ext uri="{FF2B5EF4-FFF2-40B4-BE49-F238E27FC236}">
                    <a16:creationId xmlns:a16="http://schemas.microsoft.com/office/drawing/2014/main" id="{185085EF-D1B3-20ED-1267-AC7FAB1644F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9" name="Freeform 32">
                <a:extLst>
                  <a:ext uri="{FF2B5EF4-FFF2-40B4-BE49-F238E27FC236}">
                    <a16:creationId xmlns:a16="http://schemas.microsoft.com/office/drawing/2014/main" id="{8434C32D-C325-1F32-5E19-6C9FC933AC3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0" name="Freeform 33">
                <a:extLst>
                  <a:ext uri="{FF2B5EF4-FFF2-40B4-BE49-F238E27FC236}">
                    <a16:creationId xmlns:a16="http://schemas.microsoft.com/office/drawing/2014/main" id="{A281B950-B57F-4814-65C4-87F843CA0E1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1" name="Freeform 34">
                <a:extLst>
                  <a:ext uri="{FF2B5EF4-FFF2-40B4-BE49-F238E27FC236}">
                    <a16:creationId xmlns:a16="http://schemas.microsoft.com/office/drawing/2014/main" id="{EE465ED6-53DE-A385-42CB-0B5A7547734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20E6808-E70B-FA4B-99F6-1C02BBC16598}"/>
              </a:ext>
            </a:extLst>
          </p:cNvPr>
          <p:cNvGrpSpPr/>
          <p:nvPr/>
        </p:nvGrpSpPr>
        <p:grpSpPr>
          <a:xfrm>
            <a:off x="1539348" y="3561908"/>
            <a:ext cx="7853422" cy="1769127"/>
            <a:chOff x="541049" y="2649538"/>
            <a:chExt cx="9285724" cy="2092325"/>
          </a:xfrm>
          <a:solidFill>
            <a:schemeClr val="bg1"/>
          </a:solidFill>
        </p:grpSpPr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4C297CEF-136F-B1B7-09B1-55E4D7563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4" name="Freeform 6">
              <a:extLst>
                <a:ext uri="{FF2B5EF4-FFF2-40B4-BE49-F238E27FC236}">
                  <a16:creationId xmlns:a16="http://schemas.microsoft.com/office/drawing/2014/main" id="{622BAF6B-1742-15FD-B0EB-40B8C3DC11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788B3367-A4C9-CCD9-A688-1D2826A4B0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3" name="Freeform 8">
              <a:extLst>
                <a:ext uri="{FF2B5EF4-FFF2-40B4-BE49-F238E27FC236}">
                  <a16:creationId xmlns:a16="http://schemas.microsoft.com/office/drawing/2014/main" id="{E75C15B3-8177-7E6B-C4A7-1B9D3FB9D0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4" name="Freeform 9">
              <a:extLst>
                <a:ext uri="{FF2B5EF4-FFF2-40B4-BE49-F238E27FC236}">
                  <a16:creationId xmlns:a16="http://schemas.microsoft.com/office/drawing/2014/main" id="{AA27F0F6-EBAD-77B3-0964-617F5FC5A0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5" name="Freeform 10">
              <a:extLst>
                <a:ext uri="{FF2B5EF4-FFF2-40B4-BE49-F238E27FC236}">
                  <a16:creationId xmlns:a16="http://schemas.microsoft.com/office/drawing/2014/main" id="{0D449E32-BCCB-5FA7-37E4-30FF7569B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6" name="Oval 11">
              <a:extLst>
                <a:ext uri="{FF2B5EF4-FFF2-40B4-BE49-F238E27FC236}">
                  <a16:creationId xmlns:a16="http://schemas.microsoft.com/office/drawing/2014/main" id="{DF4FD3AA-2A1C-04CA-7759-A7926327B4A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1328825682"/>
      </p:ext>
    </p:extLst>
  </p:cSld>
  <p:clrMapOvr>
    <a:masterClrMapping/>
  </p:clrMapOvr>
  <p:transition spd="med"/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27660"/>
            <a:ext cx="9914678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200" b="1" kern="1200" cap="none" spc="-15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幻灯片</a:t>
            </a:r>
            <a:br>
              <a:rPr lang="zh-CN" altLang="en-US" dirty="0"/>
            </a:br>
            <a:r>
              <a:rPr lang="zh-CN" altLang="en-US" dirty="0"/>
              <a:t>演示标题</a:t>
            </a:r>
            <a:br>
              <a:rPr lang="zh-CN" altLang="en-US" dirty="0"/>
            </a:br>
            <a:r>
              <a:rPr lang="zh-CN" altLang="en-US" dirty="0"/>
              <a:t>区域</a:t>
            </a:r>
            <a:endParaRPr lang="en-US" dirty="0"/>
          </a:p>
        </p:txBody>
      </p:sp>
      <p:sp>
        <p:nvSpPr>
          <p:cNvPr id="5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ts val="27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主讲人姓名 </a:t>
            </a:r>
            <a:r>
              <a:rPr lang="en-US" altLang="zh-CN" dirty="0"/>
              <a:t>| </a:t>
            </a:r>
            <a:r>
              <a:rPr lang="zh-CN" altLang="en-US" dirty="0"/>
              <a:t>日期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0529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6BD304-FAC7-4023-9B54-8984F7387559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10152631" y="2542790"/>
            <a:ext cx="3058160" cy="1020580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BBDE3D-E4E2-42E5-9F26-00C1500EFD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27C222CE-31C9-4AE2-A9DE-A34ECC37F0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710DBB3B-7FB8-4ACB-8FA4-3F2A105B9B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3E443DA7-CC51-4460-98C4-193A73750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E1BCDB13-2B5A-46EC-B1D6-C526DEAA84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EDDE8EA-BE8E-4066-AB4A-21CD274354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F442D16-F34F-4D4E-A65A-8C3BC17F2F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50529" y="762000"/>
            <a:ext cx="3942091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rgbClr val="4D144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887462524"/>
      </p:ext>
    </p:extLst>
  </p:cSld>
  <p:clrMapOvr>
    <a:masterClrMapping/>
  </p:clrMapOvr>
  <p:transition spd="med"/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24000"/>
            <a:ext cx="9914678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2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幻灯片</a:t>
            </a:r>
            <a:br>
              <a:rPr lang="zh-CN" altLang="en-US" dirty="0"/>
            </a:br>
            <a:r>
              <a:rPr lang="zh-CN" altLang="en-US" dirty="0"/>
              <a:t>演示标题</a:t>
            </a:r>
            <a:br>
              <a:rPr lang="zh-CN" altLang="en-US" dirty="0"/>
            </a:br>
            <a:r>
              <a:rPr lang="zh-CN" altLang="en-US" dirty="0"/>
              <a:t>区域</a:t>
            </a:r>
            <a:endParaRPr lang="en-US" dirty="0"/>
          </a:p>
        </p:txBody>
      </p:sp>
      <p:sp>
        <p:nvSpPr>
          <p:cNvPr id="5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ts val="27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主讲人姓名 </a:t>
            </a:r>
            <a:r>
              <a:rPr lang="en-US" altLang="zh-CN" dirty="0"/>
              <a:t>| </a:t>
            </a:r>
            <a:r>
              <a:rPr lang="zh-CN" altLang="en-US" dirty="0"/>
              <a:t>日期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10152631" y="2542790"/>
            <a:ext cx="3058160" cy="1020580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158C3A6B-F5BB-E37E-DB3D-C1ABEA07F2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1" name="Freeform 8">
              <a:extLst>
                <a:ext uri="{FF2B5EF4-FFF2-40B4-BE49-F238E27FC236}">
                  <a16:creationId xmlns:a16="http://schemas.microsoft.com/office/drawing/2014/main" id="{A56AE87F-217D-4207-F227-987A2E7FEB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D65BCC2D-74A9-8E37-6BBC-33B74966DA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BA8558ED-E4BF-D888-EF3B-A311AFE8C4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AFF1776F-9DBA-D51E-8F71-E1FB30D767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820D6E3B-9704-EBDF-9D0D-A571A36CB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50529" y="762000"/>
            <a:ext cx="3942091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375F64-E651-1A0A-ABF1-9C38BA663F9F}"/>
              </a:ext>
            </a:extLst>
          </p:cNvPr>
          <p:cNvSpPr txBox="1"/>
          <p:nvPr/>
        </p:nvSpPr>
        <p:spPr>
          <a:xfrm>
            <a:off x="750529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066726340"/>
      </p:ext>
    </p:extLst>
  </p:cSld>
  <p:clrMapOvr>
    <a:masterClrMapping/>
  </p:clrMapOvr>
  <p:transition spd="med"/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89C3EB64-A851-71DD-8882-1FDB7C2E99CB}"/>
              </a:ext>
            </a:extLst>
          </p:cNvPr>
          <p:cNvSpPr txBox="1"/>
          <p:nvPr/>
        </p:nvSpPr>
        <p:spPr>
          <a:xfrm>
            <a:off x="1603772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4C2BE-620B-6B7D-1426-F9CB0B9DB688}"/>
              </a:ext>
            </a:extLst>
          </p:cNvPr>
          <p:cNvGrpSpPr>
            <a:grpSpLocks noChangeAspect="1"/>
          </p:cNvGrpSpPr>
          <p:nvPr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002FA1-87AB-10E7-DF14-BCD2904245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FC16D85-BEED-1820-DFF9-5D8B0AACAC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1F2566FE-64C0-16F6-945D-2961668799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D3B60C47-FE53-B519-B5B0-91907EAADB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51BD7309-4598-0B4D-F955-25A4778655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3AB317A1-606F-084E-CD32-A64A53D259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3ECEF077-D5E5-A906-C26A-748935BA5E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8" y="1549492"/>
            <a:ext cx="6265272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ts val="5700"/>
              </a:lnSpc>
              <a:spcBef>
                <a:spcPct val="0"/>
              </a:spcBef>
              <a:buNone/>
              <a:defRPr lang="en-US" sz="5400" b="1" kern="1200" cap="none" spc="-15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章节标题区域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528" y="4328650"/>
            <a:ext cx="6265272" cy="34624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ts val="2700"/>
              </a:lnSpc>
              <a:spcBef>
                <a:spcPts val="0"/>
              </a:spcBef>
              <a:buNone/>
              <a:defRPr sz="24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副标题区域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2F89-ADF9-0A52-8877-914CA372E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7749834"/>
      </p:ext>
    </p:extLst>
  </p:cSld>
  <p:clrMapOvr>
    <a:masterClrMapping/>
  </p:clrMapOvr>
  <p:transition spd="med"/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C50D814F-EE5B-C084-7424-D39C0DE54FF7}"/>
              </a:ext>
            </a:extLst>
          </p:cNvPr>
          <p:cNvSpPr txBox="1"/>
          <p:nvPr/>
        </p:nvSpPr>
        <p:spPr>
          <a:xfrm>
            <a:off x="1603772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498D60-2F6C-6ADE-BB9A-D957660E0731}"/>
              </a:ext>
            </a:extLst>
          </p:cNvPr>
          <p:cNvGrpSpPr>
            <a:grpSpLocks noChangeAspect="1"/>
          </p:cNvGrpSpPr>
          <p:nvPr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414641-DA5A-BDF2-889C-1430A63E35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6CAA72E6-FAE3-6740-34C0-7A08091254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0EE70422-5E10-8634-79CC-15428116CD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F9B9866C-878A-3BAE-D601-6317EEEB78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20DD7C9B-A88C-7ECB-27AE-CB4579CDB9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084B2859-A58F-9171-5328-94CFD162F5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DC1829C2-6CD9-FE35-3F45-EEC10E2F16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49492"/>
            <a:ext cx="6265272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ts val="5700"/>
              </a:lnSpc>
              <a:spcBef>
                <a:spcPct val="0"/>
              </a:spcBef>
              <a:buNone/>
              <a:defRPr lang="en-US" sz="54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章节标题区域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529" y="4328650"/>
            <a:ext cx="6265272" cy="346249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lnSpc>
                <a:spcPts val="2700"/>
              </a:lnSpc>
              <a:spcBef>
                <a:spcPts val="0"/>
              </a:spcBef>
              <a:buNone/>
              <a:defRPr sz="2400" spc="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副标题区域 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1CC465-FDF1-C0A2-5A83-FB03B2F0F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0720551"/>
      </p:ext>
    </p:extLst>
  </p:cSld>
  <p:clrMapOvr>
    <a:masterClrMapping/>
  </p:clrMapOvr>
  <p:transition spd="med"/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A0C0A2-1C95-CF60-15E7-57B445A899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5210878"/>
      </p:ext>
    </p:extLst>
  </p:cSld>
  <p:clrMapOvr>
    <a:masterClrMapping/>
  </p:clrMapOvr>
  <p:transition spd="med"/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45D89D-54AB-A7D6-4141-95E6B3C369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0955393"/>
      </p:ext>
    </p:extLst>
  </p:cSld>
  <p:clrMapOvr>
    <a:masterClrMapping/>
  </p:clrMapOvr>
  <p:transition spd="med"/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Sub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5B6443-4299-282C-565B-68E5F97027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0076378"/>
      </p:ext>
    </p:extLst>
  </p:cSld>
  <p:clrMapOvr>
    <a:masterClrMapping/>
  </p:clrMapOvr>
  <p:transition spd="med"/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Sub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altLang="zh-CN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296FD5-38BC-1E97-5513-17F333DF59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0067398"/>
      </p:ext>
    </p:extLst>
  </p:cSld>
  <p:clrMapOvr>
    <a:masterClrMapping/>
  </p:clrMapOvr>
  <p:transition spd="med"/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8880"/>
            <a:ext cx="1067382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C5559F-D4D6-DA53-A720-07C2A2D68F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3378625"/>
      </p:ext>
    </p:extLst>
  </p:cSld>
  <p:clrMapOvr>
    <a:masterClrMapping/>
  </p:clrMapOvr>
  <p:transition spd="med"/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2" y="1308880"/>
            <a:ext cx="1067077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190EFC-69A6-D92C-008E-75B891AE7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7665032"/>
      </p:ext>
    </p:extLst>
  </p:cSld>
  <p:clrMapOvr>
    <a:masterClrMapping/>
  </p:clrMapOvr>
  <p:transition spd="med"/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Subtitl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749388"/>
            <a:ext cx="1067382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altLang="zh-CN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7BD319-CE6A-C56C-FAF4-F7D3C4B20C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5024443"/>
      </p:ext>
    </p:extLst>
  </p:cSld>
  <p:clrMapOvr>
    <a:masterClrMapping/>
  </p:clrMapOvr>
  <p:transition spd="med"/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Subtitle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749389"/>
            <a:ext cx="1067382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altLang="zh-CN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F390D5-FAC3-3E07-D977-2FACDFA7E8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5784684"/>
      </p:ext>
    </p:extLst>
  </p:cSld>
  <p:clrMapOvr>
    <a:masterClrMapping/>
  </p:clrMapOvr>
  <p:transition spd="med"/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307593"/>
            <a:ext cx="5070324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4" hasCustomPrompt="1"/>
          </p:nvPr>
        </p:nvSpPr>
        <p:spPr bwMode="gray">
          <a:xfrm>
            <a:off x="6340962" y="1307593"/>
            <a:ext cx="506709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FE5186-E704-46DB-A234-0339427F82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577176"/>
      </p:ext>
    </p:extLst>
  </p:cSld>
  <p:clrMapOvr>
    <a:masterClrMapping/>
  </p:clrMapOvr>
  <p:transition spd="med"/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307594"/>
            <a:ext cx="5070324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4" hasCustomPrompt="1"/>
          </p:nvPr>
        </p:nvSpPr>
        <p:spPr bwMode="gray">
          <a:xfrm>
            <a:off x="6340962" y="1307594"/>
            <a:ext cx="506709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D52F52-4191-E70A-A15D-3F4D0CF0AA2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3588388"/>
      </p:ext>
    </p:extLst>
  </p:cSld>
  <p:clrMapOvr>
    <a:masterClrMapping/>
  </p:clrMapOvr>
  <p:transition spd="med"/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4378398" y="1307594"/>
            <a:ext cx="3344059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8017903" y="1307594"/>
            <a:ext cx="341653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61C74C-45BE-3DE8-0DFD-4B97D814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6386067"/>
      </p:ext>
    </p:extLst>
  </p:cSld>
  <p:clrMapOvr>
    <a:masterClrMapping/>
  </p:clrMapOvr>
  <p:transition spd="med"/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ree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4378399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8017903" y="1307594"/>
            <a:ext cx="341653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92B045-EC23-B30D-E716-8FEBB279E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2008532"/>
      </p:ext>
    </p:extLst>
  </p:cSld>
  <p:clrMapOvr>
    <a:masterClrMapping/>
  </p:clrMapOvr>
  <p:transition spd="med"/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5725006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3"/>
            <a:ext cx="572500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8199" y="0"/>
            <a:ext cx="53338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F3C117-A202-AC1A-30DA-A95049B267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8527534"/>
      </p:ext>
    </p:extLst>
  </p:cSld>
  <p:clrMapOvr>
    <a:masterClrMapping/>
  </p:clrMapOvr>
  <p:transition spd="med"/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/Imag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5725006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3"/>
            <a:ext cx="5725006" cy="491958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8199" y="0"/>
            <a:ext cx="53338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E7426-E0FB-DA60-E1E0-A41FD9009F5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351481"/>
      </p:ext>
    </p:extLst>
  </p:cSld>
  <p:clrMapOvr>
    <a:masterClrMapping/>
  </p:clrMapOvr>
  <p:transition spd="med"/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+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" y="0"/>
            <a:ext cx="4062849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C9E4313D-4BB5-4FBE-BED7-2E337B7C6B9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672569" y="6400800"/>
            <a:ext cx="439026" cy="155448"/>
          </a:xfrm>
        </p:spPr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1CFF5BD6-17CC-00C1-ADCF-B04D6703F62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71604" y="0"/>
            <a:ext cx="7620396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1A0E3B-4CFE-F883-3C78-D9A6BE41AE0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0610" y="995010"/>
            <a:ext cx="3428016" cy="1436465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3800" b="1" strike="noStrike" spc="-15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zh-CN" altLang="en-US" dirty="0"/>
              <a:t>单击文本框</a:t>
            </a:r>
            <a:endParaRPr lang="en-US" altLang="zh-CN" dirty="0"/>
          </a:p>
          <a:p>
            <a:pPr lvl="0"/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5F96A18-152F-7D42-F172-C8D7F6B28F2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2815936"/>
            <a:ext cx="3428016" cy="3280064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795183"/>
      </p:ext>
    </p:extLst>
  </p:cSld>
  <p:clrMapOvr>
    <a:masterClrMapping/>
  </p:clrMapOvr>
  <p:transition spd="med"/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hoto + Statement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" y="0"/>
            <a:ext cx="4062849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571604" y="0"/>
            <a:ext cx="7620396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182470-3621-1323-235D-7DBA176E68E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C11FB6FD-7B80-D920-2B92-D358B18446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0610" y="995010"/>
            <a:ext cx="3428016" cy="1436465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3800" b="1" strike="noStrike" spc="-15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zh-CN" altLang="en-US" dirty="0"/>
              <a:t>单击文本框</a:t>
            </a:r>
            <a:endParaRPr lang="en-US" altLang="zh-CN" dirty="0"/>
          </a:p>
          <a:p>
            <a:pPr lvl="0"/>
            <a:r>
              <a:rPr lang="zh-CN" altLang="en-US" dirty="0"/>
              <a:t>添加标题</a:t>
            </a:r>
            <a:endParaRPr lang="en-US" altLang="zh-CN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F150789-C64C-B456-4B9A-24AED7315FB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2815936"/>
            <a:ext cx="3428016" cy="3280064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285686"/>
      </p:ext>
    </p:extLst>
  </p:cSld>
  <p:clrMapOvr>
    <a:masterClrMapping/>
  </p:clrMapOvr>
  <p:transition spd="med"/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611" y="1863188"/>
            <a:ext cx="10670779" cy="3131627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ts val="7900"/>
              </a:lnSpc>
              <a:spcBef>
                <a:spcPts val="0"/>
              </a:spcBef>
              <a:buNone/>
              <a:defRPr sz="7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494" indent="0">
              <a:buNone/>
              <a:defRPr/>
            </a:lvl2pPr>
          </a:lstStyle>
          <a:p>
            <a:pPr lvl="0"/>
            <a:r>
              <a:rPr lang="zh-CN" altLang="en-US" dirty="0"/>
              <a:t>点击此处添加</a:t>
            </a:r>
            <a:endParaRPr lang="en-US" altLang="zh-CN" dirty="0"/>
          </a:p>
          <a:p>
            <a:pPr lvl="0"/>
            <a:r>
              <a:rPr lang="zh-CN" altLang="en-US" dirty="0"/>
              <a:t>重要的想法、声明</a:t>
            </a:r>
            <a:endParaRPr lang="en-US" altLang="zh-CN" dirty="0"/>
          </a:p>
          <a:p>
            <a:pPr lvl="0"/>
            <a:r>
              <a:rPr lang="zh-CN" altLang="en-US" dirty="0"/>
              <a:t>或主题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69756065"/>
      </p:ext>
    </p:extLst>
  </p:cSld>
  <p:clrMapOvr>
    <a:masterClrMapping/>
  </p:clrMapOvr>
  <p:transition spd="med"/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/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5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 hasCustomPrompt="1"/>
          </p:nvPr>
        </p:nvSpPr>
        <p:spPr bwMode="gray">
          <a:xfrm>
            <a:off x="6858198" y="1307593"/>
            <a:ext cx="4573192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8198" y="442528"/>
            <a:ext cx="4573192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FBC96C-E04F-90E6-1BBE-C65ECD6E5C1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0655763"/>
      </p:ext>
    </p:extLst>
  </p:cSld>
  <p:clrMapOvr>
    <a:masterClrMapping/>
  </p:clrMapOvr>
  <p:transition spd="med"/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/ Produc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5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 hasCustomPrompt="1"/>
          </p:nvPr>
        </p:nvSpPr>
        <p:spPr bwMode="gray">
          <a:xfrm>
            <a:off x="6858200" y="1307592"/>
            <a:ext cx="4573191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8199" y="442529"/>
            <a:ext cx="4573192" cy="42319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A84DA8-2577-7EF4-6122-06E4DEEB80A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8087994"/>
      </p:ext>
    </p:extLst>
  </p:cSld>
  <p:clrMapOvr>
    <a:masterClrMapping/>
  </p:clrMapOvr>
  <p:transition spd="med"/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9"/>
            <a:ext cx="10673829" cy="42319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612" y="1524000"/>
            <a:ext cx="10670779" cy="4572000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000" baseline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点击此图标创建图标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E9C038-E754-006F-B382-D714EB9495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3584128"/>
      </p:ext>
    </p:extLst>
  </p:cSld>
  <p:clrMapOvr>
    <a:masterClrMapping/>
  </p:clrMapOvr>
  <p:transition spd="med"/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rt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612" y="1524000"/>
            <a:ext cx="10670779" cy="4572001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0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点击此图标创建图标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222CEF-FCD3-E840-7AE1-E900A5D59C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1550969"/>
      </p:ext>
    </p:extLst>
  </p:cSld>
  <p:clrMapOvr>
    <a:masterClrMapping/>
  </p:clrMapOvr>
  <p:transition spd="med"/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2E9409-35B8-57EB-2941-154C5CA02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620805"/>
      </p:ext>
    </p:extLst>
  </p:cSld>
  <p:clrMapOvr>
    <a:masterClrMapping/>
  </p:clrMapOvr>
  <p:transition spd="med"/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94B782-D6B1-E164-080E-40821B7DAF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8558672"/>
      </p:ext>
    </p:extLst>
  </p:cSld>
  <p:clrMapOvr>
    <a:masterClrMapping/>
  </p:clrMapOvr>
  <p:transition spd="med"/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165">
            <a:extLst>
              <a:ext uri="{FF2B5EF4-FFF2-40B4-BE49-F238E27FC236}">
                <a16:creationId xmlns:a16="http://schemas.microsoft.com/office/drawing/2014/main" id="{45DF6D6F-9C39-7C31-64D4-4BCE9C9CA5D6}"/>
              </a:ext>
            </a:extLst>
          </p:cNvPr>
          <p:cNvGrpSpPr/>
          <p:nvPr/>
        </p:nvGrpSpPr>
        <p:grpSpPr>
          <a:xfrm>
            <a:off x="1539348" y="3561908"/>
            <a:ext cx="7853422" cy="1769127"/>
            <a:chOff x="541049" y="2649538"/>
            <a:chExt cx="9285724" cy="2092325"/>
          </a:xfrm>
          <a:solidFill>
            <a:srgbClr val="4D144A"/>
          </a:solidFill>
        </p:grpSpPr>
        <p:sp>
          <p:nvSpPr>
            <p:cNvPr id="167" name="Freeform 5">
              <a:extLst>
                <a:ext uri="{FF2B5EF4-FFF2-40B4-BE49-F238E27FC236}">
                  <a16:creationId xmlns:a16="http://schemas.microsoft.com/office/drawing/2014/main" id="{E109AFA1-C190-E6CF-D819-5DDBF44B5E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68" name="Freeform 6">
              <a:extLst>
                <a:ext uri="{FF2B5EF4-FFF2-40B4-BE49-F238E27FC236}">
                  <a16:creationId xmlns:a16="http://schemas.microsoft.com/office/drawing/2014/main" id="{1969BD4D-0C40-739F-FF6B-4214C2BEBC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69" name="Freeform 7">
              <a:extLst>
                <a:ext uri="{FF2B5EF4-FFF2-40B4-BE49-F238E27FC236}">
                  <a16:creationId xmlns:a16="http://schemas.microsoft.com/office/drawing/2014/main" id="{6DB7C37A-1FE6-9BFA-5E83-3EC0F79497F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0" name="Freeform 8">
              <a:extLst>
                <a:ext uri="{FF2B5EF4-FFF2-40B4-BE49-F238E27FC236}">
                  <a16:creationId xmlns:a16="http://schemas.microsoft.com/office/drawing/2014/main" id="{3AEA624F-19C6-31CA-5CD9-7E42ED68DA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1" name="Freeform 9">
              <a:extLst>
                <a:ext uri="{FF2B5EF4-FFF2-40B4-BE49-F238E27FC236}">
                  <a16:creationId xmlns:a16="http://schemas.microsoft.com/office/drawing/2014/main" id="{ED142D15-3F97-1719-8D74-37D26D1CAA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2" name="Freeform 10">
              <a:extLst>
                <a:ext uri="{FF2B5EF4-FFF2-40B4-BE49-F238E27FC236}">
                  <a16:creationId xmlns:a16="http://schemas.microsoft.com/office/drawing/2014/main" id="{6FEBB0B2-4586-05AB-B4FE-055E54F117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3" name="Oval 11">
              <a:extLst>
                <a:ext uri="{FF2B5EF4-FFF2-40B4-BE49-F238E27FC236}">
                  <a16:creationId xmlns:a16="http://schemas.microsoft.com/office/drawing/2014/main" id="{70877F96-1F23-E1FC-71E9-01EE358F60F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B2584B0-B37E-E020-07A7-BAB961C43514}"/>
              </a:ext>
            </a:extLst>
          </p:cNvPr>
          <p:cNvGrpSpPr/>
          <p:nvPr/>
        </p:nvGrpSpPr>
        <p:grpSpPr>
          <a:xfrm>
            <a:off x="9392771" y="767096"/>
            <a:ext cx="2800816" cy="1898696"/>
            <a:chOff x="9390324" y="767096"/>
            <a:chExt cx="2800087" cy="1898696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9DB8BCA-C082-90D7-926B-C6CF4AF09E1C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accent1"/>
            </a:solidFill>
          </p:grpSpPr>
          <p:sp>
            <p:nvSpPr>
              <p:cNvPr id="46" name="Freeform 5">
                <a:extLst>
                  <a:ext uri="{FF2B5EF4-FFF2-40B4-BE49-F238E27FC236}">
                    <a16:creationId xmlns:a16="http://schemas.microsoft.com/office/drawing/2014/main" id="{752B143C-EA30-88CF-4159-D3220D52439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7" name="Freeform 6">
                <a:extLst>
                  <a:ext uri="{FF2B5EF4-FFF2-40B4-BE49-F238E27FC236}">
                    <a16:creationId xmlns:a16="http://schemas.microsoft.com/office/drawing/2014/main" id="{2BD38F57-84A8-6CE5-5871-808CD68267FD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8" name="Freeform 7">
                <a:extLst>
                  <a:ext uri="{FF2B5EF4-FFF2-40B4-BE49-F238E27FC236}">
                    <a16:creationId xmlns:a16="http://schemas.microsoft.com/office/drawing/2014/main" id="{AA0572EA-FFDA-D8B6-A96C-DF4D0432044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9" name="Freeform 8">
                <a:extLst>
                  <a:ext uri="{FF2B5EF4-FFF2-40B4-BE49-F238E27FC236}">
                    <a16:creationId xmlns:a16="http://schemas.microsoft.com/office/drawing/2014/main" id="{9BA36A6F-FB71-28DB-07CD-B21FF32CAA7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0" name="Freeform 9">
                <a:extLst>
                  <a:ext uri="{FF2B5EF4-FFF2-40B4-BE49-F238E27FC236}">
                    <a16:creationId xmlns:a16="http://schemas.microsoft.com/office/drawing/2014/main" id="{44D95805-4759-1419-A377-A8CF32C8756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1" name="Freeform 10">
                <a:extLst>
                  <a:ext uri="{FF2B5EF4-FFF2-40B4-BE49-F238E27FC236}">
                    <a16:creationId xmlns:a16="http://schemas.microsoft.com/office/drawing/2014/main" id="{2EDA3D6C-6EEF-5BB3-A5FE-991573A77F6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2" name="Freeform 11">
                <a:extLst>
                  <a:ext uri="{FF2B5EF4-FFF2-40B4-BE49-F238E27FC236}">
                    <a16:creationId xmlns:a16="http://schemas.microsoft.com/office/drawing/2014/main" id="{6D486C55-E23B-1872-D405-5DC8D2CA45F3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3" name="Freeform 12">
                <a:extLst>
                  <a:ext uri="{FF2B5EF4-FFF2-40B4-BE49-F238E27FC236}">
                    <a16:creationId xmlns:a16="http://schemas.microsoft.com/office/drawing/2014/main" id="{B6A43306-05AB-DDD0-5F08-A0BE5CD4518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4" name="Freeform 13">
                <a:extLst>
                  <a:ext uri="{FF2B5EF4-FFF2-40B4-BE49-F238E27FC236}">
                    <a16:creationId xmlns:a16="http://schemas.microsoft.com/office/drawing/2014/main" id="{D49034F6-E32B-0A8D-D89B-AA4488391FC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5" name="Freeform 14">
                <a:extLst>
                  <a:ext uri="{FF2B5EF4-FFF2-40B4-BE49-F238E27FC236}">
                    <a16:creationId xmlns:a16="http://schemas.microsoft.com/office/drawing/2014/main" id="{F7F6E1B7-B4ED-1699-C492-0032C5B8242D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6" name="Freeform 15">
                <a:extLst>
                  <a:ext uri="{FF2B5EF4-FFF2-40B4-BE49-F238E27FC236}">
                    <a16:creationId xmlns:a16="http://schemas.microsoft.com/office/drawing/2014/main" id="{114EE99C-9EC5-3C6C-64A0-3764DA0E337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7" name="Freeform 16">
                <a:extLst>
                  <a:ext uri="{FF2B5EF4-FFF2-40B4-BE49-F238E27FC236}">
                    <a16:creationId xmlns:a16="http://schemas.microsoft.com/office/drawing/2014/main" id="{ECCFB330-8F90-459F-B1B5-7717B235054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8" name="Freeform 17">
                <a:extLst>
                  <a:ext uri="{FF2B5EF4-FFF2-40B4-BE49-F238E27FC236}">
                    <a16:creationId xmlns:a16="http://schemas.microsoft.com/office/drawing/2014/main" id="{89A34987-E431-2A93-3D62-912217C1C04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9" name="Rectangle 18">
                <a:extLst>
                  <a:ext uri="{FF2B5EF4-FFF2-40B4-BE49-F238E27FC236}">
                    <a16:creationId xmlns:a16="http://schemas.microsoft.com/office/drawing/2014/main" id="{1F951D7F-BED8-991E-3496-7DA93E8148F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0" name="Freeform 19">
                <a:extLst>
                  <a:ext uri="{FF2B5EF4-FFF2-40B4-BE49-F238E27FC236}">
                    <a16:creationId xmlns:a16="http://schemas.microsoft.com/office/drawing/2014/main" id="{272CCB53-F367-9D8A-5671-D442F70CF858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1" name="Freeform 20">
                <a:extLst>
                  <a:ext uri="{FF2B5EF4-FFF2-40B4-BE49-F238E27FC236}">
                    <a16:creationId xmlns:a16="http://schemas.microsoft.com/office/drawing/2014/main" id="{ECF911E9-8158-C08D-23FE-13CCAFED78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/>
              </a:p>
            </p:txBody>
          </p:sp>
          <p:sp>
            <p:nvSpPr>
              <p:cNvPr id="62" name="Freeform 21">
                <a:extLst>
                  <a:ext uri="{FF2B5EF4-FFF2-40B4-BE49-F238E27FC236}">
                    <a16:creationId xmlns:a16="http://schemas.microsoft.com/office/drawing/2014/main" id="{094B2A0F-EF14-8BE6-B468-54D6F6277E8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3" name="Freeform 22">
                <a:extLst>
                  <a:ext uri="{FF2B5EF4-FFF2-40B4-BE49-F238E27FC236}">
                    <a16:creationId xmlns:a16="http://schemas.microsoft.com/office/drawing/2014/main" id="{BD80DF37-D70A-5EC4-04A2-4E73C4038CB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4" name="Freeform 23">
                <a:extLst>
                  <a:ext uri="{FF2B5EF4-FFF2-40B4-BE49-F238E27FC236}">
                    <a16:creationId xmlns:a16="http://schemas.microsoft.com/office/drawing/2014/main" id="{0D00C6D5-7EC4-0318-A93F-CD6F5C70842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5" name="Freeform 24">
                <a:extLst>
                  <a:ext uri="{FF2B5EF4-FFF2-40B4-BE49-F238E27FC236}">
                    <a16:creationId xmlns:a16="http://schemas.microsoft.com/office/drawing/2014/main" id="{AEB26B91-4BD3-875D-141D-DEA322007DD9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6" name="Freeform 25">
                <a:extLst>
                  <a:ext uri="{FF2B5EF4-FFF2-40B4-BE49-F238E27FC236}">
                    <a16:creationId xmlns:a16="http://schemas.microsoft.com/office/drawing/2014/main" id="{4F49B36A-46DF-8CB3-3466-3A29AEB0F38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7" name="Rectangle 26">
                <a:extLst>
                  <a:ext uri="{FF2B5EF4-FFF2-40B4-BE49-F238E27FC236}">
                    <a16:creationId xmlns:a16="http://schemas.microsoft.com/office/drawing/2014/main" id="{F840654A-F47B-BC37-57E2-0E27690D567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8" name="Rectangle 27">
                <a:extLst>
                  <a:ext uri="{FF2B5EF4-FFF2-40B4-BE49-F238E27FC236}">
                    <a16:creationId xmlns:a16="http://schemas.microsoft.com/office/drawing/2014/main" id="{9ADC6671-2EE5-8226-E787-2FB7A9BBA46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  <p:sp>
          <p:nvSpPr>
            <p:cNvPr id="38" name="Rectangle 28">
              <a:extLst>
                <a:ext uri="{FF2B5EF4-FFF2-40B4-BE49-F238E27FC236}">
                  <a16:creationId xmlns:a16="http://schemas.microsoft.com/office/drawing/2014/main" id="{17537E70-E667-DC44-A43A-E53A50AD305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290A113E-9CD9-B2B2-74CC-01FC73534AA3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40" name="Freeform 29">
                <a:extLst>
                  <a:ext uri="{FF2B5EF4-FFF2-40B4-BE49-F238E27FC236}">
                    <a16:creationId xmlns:a16="http://schemas.microsoft.com/office/drawing/2014/main" id="{60FE0670-46BE-A30C-6A81-3F4ACF4BDA0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1" name="Freeform 30">
                <a:extLst>
                  <a:ext uri="{FF2B5EF4-FFF2-40B4-BE49-F238E27FC236}">
                    <a16:creationId xmlns:a16="http://schemas.microsoft.com/office/drawing/2014/main" id="{6E17D649-B42A-09BD-CF61-B8C1A7112E9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2" name="Freeform 31">
                <a:extLst>
                  <a:ext uri="{FF2B5EF4-FFF2-40B4-BE49-F238E27FC236}">
                    <a16:creationId xmlns:a16="http://schemas.microsoft.com/office/drawing/2014/main" id="{8687873F-7C76-382B-60A8-B49C4C184DB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3" name="Freeform 32">
                <a:extLst>
                  <a:ext uri="{FF2B5EF4-FFF2-40B4-BE49-F238E27FC236}">
                    <a16:creationId xmlns:a16="http://schemas.microsoft.com/office/drawing/2014/main" id="{FBF838FB-60C5-AA46-F549-F323F6F945C5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4" name="Freeform 33">
                <a:extLst>
                  <a:ext uri="{FF2B5EF4-FFF2-40B4-BE49-F238E27FC236}">
                    <a16:creationId xmlns:a16="http://schemas.microsoft.com/office/drawing/2014/main" id="{FA747742-768F-6F28-36C9-B9E27D07E2B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5" name="Freeform 34">
                <a:extLst>
                  <a:ext uri="{FF2B5EF4-FFF2-40B4-BE49-F238E27FC236}">
                    <a16:creationId xmlns:a16="http://schemas.microsoft.com/office/drawing/2014/main" id="{93DF03F5-A85B-C364-024C-8BB97454FB2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71756656"/>
      </p:ext>
    </p:extLst>
  </p:cSld>
  <p:clrMapOvr>
    <a:masterClrMapping/>
  </p:clrMapOvr>
  <p:transition spd="med"/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7F7FEAA-CD25-31FD-0E8A-E47145F5F9EB}"/>
              </a:ext>
            </a:extLst>
          </p:cNvPr>
          <p:cNvGrpSpPr/>
          <p:nvPr/>
        </p:nvGrpSpPr>
        <p:grpSpPr>
          <a:xfrm>
            <a:off x="9392771" y="767096"/>
            <a:ext cx="2800816" cy="1898696"/>
            <a:chOff x="9390324" y="767096"/>
            <a:chExt cx="2800087" cy="1898696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DBC4C027-8FC0-71EF-963F-3B8A0447C1E8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bg1"/>
            </a:solidFill>
          </p:grpSpPr>
          <p:sp>
            <p:nvSpPr>
              <p:cNvPr id="72" name="Freeform 5">
                <a:extLst>
                  <a:ext uri="{FF2B5EF4-FFF2-40B4-BE49-F238E27FC236}">
                    <a16:creationId xmlns:a16="http://schemas.microsoft.com/office/drawing/2014/main" id="{AC114BA7-B808-0C61-F4C4-498846EB2C1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3" name="Freeform 6">
                <a:extLst>
                  <a:ext uri="{FF2B5EF4-FFF2-40B4-BE49-F238E27FC236}">
                    <a16:creationId xmlns:a16="http://schemas.microsoft.com/office/drawing/2014/main" id="{03055FF5-EB33-F09D-784D-C7AD0188032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4" name="Freeform 7">
                <a:extLst>
                  <a:ext uri="{FF2B5EF4-FFF2-40B4-BE49-F238E27FC236}">
                    <a16:creationId xmlns:a16="http://schemas.microsoft.com/office/drawing/2014/main" id="{EF0C28DE-3EA0-613C-F6F5-A668E5A933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5" name="Freeform 8">
                <a:extLst>
                  <a:ext uri="{FF2B5EF4-FFF2-40B4-BE49-F238E27FC236}">
                    <a16:creationId xmlns:a16="http://schemas.microsoft.com/office/drawing/2014/main" id="{AA3A9144-5E21-1340-D82E-781E8E03088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6" name="Freeform 9">
                <a:extLst>
                  <a:ext uri="{FF2B5EF4-FFF2-40B4-BE49-F238E27FC236}">
                    <a16:creationId xmlns:a16="http://schemas.microsoft.com/office/drawing/2014/main" id="{16E502AF-0487-43AF-00DB-14F962B92CF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7" name="Freeform 10">
                <a:extLst>
                  <a:ext uri="{FF2B5EF4-FFF2-40B4-BE49-F238E27FC236}">
                    <a16:creationId xmlns:a16="http://schemas.microsoft.com/office/drawing/2014/main" id="{0DE8FD0D-C28A-B61F-DFEE-6F90FAD7BFA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8" name="Freeform 11">
                <a:extLst>
                  <a:ext uri="{FF2B5EF4-FFF2-40B4-BE49-F238E27FC236}">
                    <a16:creationId xmlns:a16="http://schemas.microsoft.com/office/drawing/2014/main" id="{F351CFF9-9DD1-E9B5-EE76-334AE5F0349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9" name="Freeform 12">
                <a:extLst>
                  <a:ext uri="{FF2B5EF4-FFF2-40B4-BE49-F238E27FC236}">
                    <a16:creationId xmlns:a16="http://schemas.microsoft.com/office/drawing/2014/main" id="{5CBDFCA1-F27C-774F-EB38-070587A34AB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0" name="Freeform 13">
                <a:extLst>
                  <a:ext uri="{FF2B5EF4-FFF2-40B4-BE49-F238E27FC236}">
                    <a16:creationId xmlns:a16="http://schemas.microsoft.com/office/drawing/2014/main" id="{32C7C41D-9C2F-F9CB-F801-1289ECF5E58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1" name="Freeform 14">
                <a:extLst>
                  <a:ext uri="{FF2B5EF4-FFF2-40B4-BE49-F238E27FC236}">
                    <a16:creationId xmlns:a16="http://schemas.microsoft.com/office/drawing/2014/main" id="{D3D8F53A-7C54-73FF-7202-68AF9530CEF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2" name="Freeform 15">
                <a:extLst>
                  <a:ext uri="{FF2B5EF4-FFF2-40B4-BE49-F238E27FC236}">
                    <a16:creationId xmlns:a16="http://schemas.microsoft.com/office/drawing/2014/main" id="{BD2B90D5-630B-CFC6-CE5B-4A3E778474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3" name="Freeform 16">
                <a:extLst>
                  <a:ext uri="{FF2B5EF4-FFF2-40B4-BE49-F238E27FC236}">
                    <a16:creationId xmlns:a16="http://schemas.microsoft.com/office/drawing/2014/main" id="{44BDC175-2104-E7E3-2519-DA2F92A4A93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4" name="Freeform 17">
                <a:extLst>
                  <a:ext uri="{FF2B5EF4-FFF2-40B4-BE49-F238E27FC236}">
                    <a16:creationId xmlns:a16="http://schemas.microsoft.com/office/drawing/2014/main" id="{E76CB955-2FC2-83C2-AC09-AD01BCCF1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5" name="Rectangle 18">
                <a:extLst>
                  <a:ext uri="{FF2B5EF4-FFF2-40B4-BE49-F238E27FC236}">
                    <a16:creationId xmlns:a16="http://schemas.microsoft.com/office/drawing/2014/main" id="{BB15E459-A560-CBA7-38D2-49EC0DF1798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6" name="Freeform 19">
                <a:extLst>
                  <a:ext uri="{FF2B5EF4-FFF2-40B4-BE49-F238E27FC236}">
                    <a16:creationId xmlns:a16="http://schemas.microsoft.com/office/drawing/2014/main" id="{A894E637-6612-023A-5D26-292EB224BB2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7" name="Freeform 20">
                <a:extLst>
                  <a:ext uri="{FF2B5EF4-FFF2-40B4-BE49-F238E27FC236}">
                    <a16:creationId xmlns:a16="http://schemas.microsoft.com/office/drawing/2014/main" id="{C612BEEF-FFCF-00C7-83E8-3D6CD89DD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8" name="Freeform 21">
                <a:extLst>
                  <a:ext uri="{FF2B5EF4-FFF2-40B4-BE49-F238E27FC236}">
                    <a16:creationId xmlns:a16="http://schemas.microsoft.com/office/drawing/2014/main" id="{535443A8-F420-58B0-6940-C7217CB7D3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9" name="Freeform 22">
                <a:extLst>
                  <a:ext uri="{FF2B5EF4-FFF2-40B4-BE49-F238E27FC236}">
                    <a16:creationId xmlns:a16="http://schemas.microsoft.com/office/drawing/2014/main" id="{D577C4C5-162A-509E-0F90-2D9CF5560B4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0" name="Freeform 23">
                <a:extLst>
                  <a:ext uri="{FF2B5EF4-FFF2-40B4-BE49-F238E27FC236}">
                    <a16:creationId xmlns:a16="http://schemas.microsoft.com/office/drawing/2014/main" id="{9CB671CE-477D-F1B3-6894-F85448189A9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1" name="Freeform 24">
                <a:extLst>
                  <a:ext uri="{FF2B5EF4-FFF2-40B4-BE49-F238E27FC236}">
                    <a16:creationId xmlns:a16="http://schemas.microsoft.com/office/drawing/2014/main" id="{2D545142-881D-002A-830D-2B1960B7F79A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2" name="Freeform 25">
                <a:extLst>
                  <a:ext uri="{FF2B5EF4-FFF2-40B4-BE49-F238E27FC236}">
                    <a16:creationId xmlns:a16="http://schemas.microsoft.com/office/drawing/2014/main" id="{5C959273-267C-8CBA-996C-EC8514CCD7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3" name="Rectangle 26">
                <a:extLst>
                  <a:ext uri="{FF2B5EF4-FFF2-40B4-BE49-F238E27FC236}">
                    <a16:creationId xmlns:a16="http://schemas.microsoft.com/office/drawing/2014/main" id="{2F1B0169-414B-8F53-D204-E4FC9132C39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4" name="Rectangle 27">
                <a:extLst>
                  <a:ext uri="{FF2B5EF4-FFF2-40B4-BE49-F238E27FC236}">
                    <a16:creationId xmlns:a16="http://schemas.microsoft.com/office/drawing/2014/main" id="{FD3CEF0B-9316-CAAF-B811-7977EA0FDC7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  <p:sp>
          <p:nvSpPr>
            <p:cNvPr id="64" name="Rectangle 28">
              <a:extLst>
                <a:ext uri="{FF2B5EF4-FFF2-40B4-BE49-F238E27FC236}">
                  <a16:creationId xmlns:a16="http://schemas.microsoft.com/office/drawing/2014/main" id="{C44969F7-1BF0-A4FA-F4EB-8003272D98C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AB97A83-AA92-5D2A-D89F-2B85130F597F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66" name="Freeform 29">
                <a:extLst>
                  <a:ext uri="{FF2B5EF4-FFF2-40B4-BE49-F238E27FC236}">
                    <a16:creationId xmlns:a16="http://schemas.microsoft.com/office/drawing/2014/main" id="{93913DCE-D7C5-993F-1CBD-D671F4E01A3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7" name="Freeform 30">
                <a:extLst>
                  <a:ext uri="{FF2B5EF4-FFF2-40B4-BE49-F238E27FC236}">
                    <a16:creationId xmlns:a16="http://schemas.microsoft.com/office/drawing/2014/main" id="{6D0A5711-84F8-6852-FC23-C9222B8AB05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8" name="Freeform 31">
                <a:extLst>
                  <a:ext uri="{FF2B5EF4-FFF2-40B4-BE49-F238E27FC236}">
                    <a16:creationId xmlns:a16="http://schemas.microsoft.com/office/drawing/2014/main" id="{185085EF-D1B3-20ED-1267-AC7FAB1644F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9" name="Freeform 32">
                <a:extLst>
                  <a:ext uri="{FF2B5EF4-FFF2-40B4-BE49-F238E27FC236}">
                    <a16:creationId xmlns:a16="http://schemas.microsoft.com/office/drawing/2014/main" id="{8434C32D-C325-1F32-5E19-6C9FC933AC3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0" name="Freeform 33">
                <a:extLst>
                  <a:ext uri="{FF2B5EF4-FFF2-40B4-BE49-F238E27FC236}">
                    <a16:creationId xmlns:a16="http://schemas.microsoft.com/office/drawing/2014/main" id="{A281B950-B57F-4814-65C4-87F843CA0E1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1" name="Freeform 34">
                <a:extLst>
                  <a:ext uri="{FF2B5EF4-FFF2-40B4-BE49-F238E27FC236}">
                    <a16:creationId xmlns:a16="http://schemas.microsoft.com/office/drawing/2014/main" id="{EE465ED6-53DE-A385-42CB-0B5A7547734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20E6808-E70B-FA4B-99F6-1C02BBC16598}"/>
              </a:ext>
            </a:extLst>
          </p:cNvPr>
          <p:cNvGrpSpPr/>
          <p:nvPr/>
        </p:nvGrpSpPr>
        <p:grpSpPr>
          <a:xfrm>
            <a:off x="1539348" y="3561908"/>
            <a:ext cx="7853422" cy="1769127"/>
            <a:chOff x="541049" y="2649538"/>
            <a:chExt cx="9285724" cy="2092325"/>
          </a:xfrm>
          <a:solidFill>
            <a:schemeClr val="bg1"/>
          </a:solidFill>
        </p:grpSpPr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4C297CEF-136F-B1B7-09B1-55E4D7563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4" name="Freeform 6">
              <a:extLst>
                <a:ext uri="{FF2B5EF4-FFF2-40B4-BE49-F238E27FC236}">
                  <a16:creationId xmlns:a16="http://schemas.microsoft.com/office/drawing/2014/main" id="{622BAF6B-1742-15FD-B0EB-40B8C3DC11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788B3367-A4C9-CCD9-A688-1D2826A4B0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3" name="Freeform 8">
              <a:extLst>
                <a:ext uri="{FF2B5EF4-FFF2-40B4-BE49-F238E27FC236}">
                  <a16:creationId xmlns:a16="http://schemas.microsoft.com/office/drawing/2014/main" id="{E75C15B3-8177-7E6B-C4A7-1B9D3FB9D0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4" name="Freeform 9">
              <a:extLst>
                <a:ext uri="{FF2B5EF4-FFF2-40B4-BE49-F238E27FC236}">
                  <a16:creationId xmlns:a16="http://schemas.microsoft.com/office/drawing/2014/main" id="{AA27F0F6-EBAD-77B3-0964-617F5FC5A0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5" name="Freeform 10">
              <a:extLst>
                <a:ext uri="{FF2B5EF4-FFF2-40B4-BE49-F238E27FC236}">
                  <a16:creationId xmlns:a16="http://schemas.microsoft.com/office/drawing/2014/main" id="{0D449E32-BCCB-5FA7-37E4-30FF7569B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6" name="Oval 11">
              <a:extLst>
                <a:ext uri="{FF2B5EF4-FFF2-40B4-BE49-F238E27FC236}">
                  <a16:creationId xmlns:a16="http://schemas.microsoft.com/office/drawing/2014/main" id="{DF4FD3AA-2A1C-04CA-7759-A7926327B4A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052688355"/>
      </p:ext>
    </p:extLst>
  </p:cSld>
  <p:clrMapOvr>
    <a:masterClrMapping/>
  </p:clrMapOvr>
  <p:transition spd="med"/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27660"/>
            <a:ext cx="9914678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200" b="1" kern="1200" cap="none" spc="-15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幻灯片</a:t>
            </a:r>
            <a:br>
              <a:rPr lang="zh-CN" altLang="en-US" dirty="0"/>
            </a:br>
            <a:r>
              <a:rPr lang="zh-CN" altLang="en-US" dirty="0"/>
              <a:t>演示标题</a:t>
            </a:r>
            <a:br>
              <a:rPr lang="zh-CN" altLang="en-US" dirty="0"/>
            </a:br>
            <a:r>
              <a:rPr lang="zh-CN" altLang="en-US" dirty="0"/>
              <a:t>区域</a:t>
            </a:r>
            <a:endParaRPr lang="en-US" dirty="0"/>
          </a:p>
        </p:txBody>
      </p:sp>
      <p:sp>
        <p:nvSpPr>
          <p:cNvPr id="5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ts val="27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主讲人姓名 </a:t>
            </a:r>
            <a:r>
              <a:rPr lang="en-US" altLang="zh-CN" dirty="0"/>
              <a:t>| </a:t>
            </a:r>
            <a:r>
              <a:rPr lang="zh-CN" altLang="en-US" dirty="0"/>
              <a:t>日期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0529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6BD304-FAC7-4023-9B54-8984F7387559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10152631" y="2542790"/>
            <a:ext cx="3058160" cy="1020580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BBDE3D-E4E2-42E5-9F26-00C1500EFD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27C222CE-31C9-4AE2-A9DE-A34ECC37F0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710DBB3B-7FB8-4ACB-8FA4-3F2A105B9B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3E443DA7-CC51-4460-98C4-193A73750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E1BCDB13-2B5A-46EC-B1D6-C526DEAA84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EDDE8EA-BE8E-4066-AB4A-21CD274354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F442D16-F34F-4D4E-A65A-8C3BC17F2F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50529" y="762000"/>
            <a:ext cx="3942091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rgbClr val="4D144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199687373"/>
      </p:ext>
    </p:extLst>
  </p:cSld>
  <p:clrMapOvr>
    <a:masterClrMapping/>
  </p:clrMapOvr>
  <p:transition spd="med"/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24000"/>
            <a:ext cx="9914678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2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幻灯片</a:t>
            </a:r>
            <a:br>
              <a:rPr lang="zh-CN" altLang="en-US" dirty="0"/>
            </a:br>
            <a:r>
              <a:rPr lang="zh-CN" altLang="en-US" dirty="0"/>
              <a:t>演示标题</a:t>
            </a:r>
            <a:br>
              <a:rPr lang="zh-CN" altLang="en-US" dirty="0"/>
            </a:br>
            <a:r>
              <a:rPr lang="zh-CN" altLang="en-US" dirty="0"/>
              <a:t>区域</a:t>
            </a:r>
            <a:endParaRPr lang="en-US" dirty="0"/>
          </a:p>
        </p:txBody>
      </p:sp>
      <p:sp>
        <p:nvSpPr>
          <p:cNvPr id="5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ts val="27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主讲人姓名 </a:t>
            </a:r>
            <a:r>
              <a:rPr lang="en-US" altLang="zh-CN" dirty="0"/>
              <a:t>| </a:t>
            </a:r>
            <a:r>
              <a:rPr lang="zh-CN" altLang="en-US" dirty="0"/>
              <a:t>日期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10152631" y="2542790"/>
            <a:ext cx="3058160" cy="1020580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158C3A6B-F5BB-E37E-DB3D-C1ABEA07F2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1" name="Freeform 8">
              <a:extLst>
                <a:ext uri="{FF2B5EF4-FFF2-40B4-BE49-F238E27FC236}">
                  <a16:creationId xmlns:a16="http://schemas.microsoft.com/office/drawing/2014/main" id="{A56AE87F-217D-4207-F227-987A2E7FEB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D65BCC2D-74A9-8E37-6BBC-33B74966DA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BA8558ED-E4BF-D888-EF3B-A311AFE8C4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AFF1776F-9DBA-D51E-8F71-E1FB30D767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820D6E3B-9704-EBDF-9D0D-A571A36CB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50529" y="762000"/>
            <a:ext cx="3942091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375F64-E651-1A0A-ABF1-9C38BA663F9F}"/>
              </a:ext>
            </a:extLst>
          </p:cNvPr>
          <p:cNvSpPr txBox="1"/>
          <p:nvPr/>
        </p:nvSpPr>
        <p:spPr>
          <a:xfrm>
            <a:off x="750529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049681588"/>
      </p:ext>
    </p:extLst>
  </p:cSld>
  <p:clrMapOvr>
    <a:masterClrMapping/>
  </p:clrMapOvr>
  <p:transition spd="med"/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89C3EB64-A851-71DD-8882-1FDB7C2E99CB}"/>
              </a:ext>
            </a:extLst>
          </p:cNvPr>
          <p:cNvSpPr txBox="1"/>
          <p:nvPr/>
        </p:nvSpPr>
        <p:spPr>
          <a:xfrm>
            <a:off x="1603772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4C2BE-620B-6B7D-1426-F9CB0B9DB688}"/>
              </a:ext>
            </a:extLst>
          </p:cNvPr>
          <p:cNvGrpSpPr>
            <a:grpSpLocks noChangeAspect="1"/>
          </p:cNvGrpSpPr>
          <p:nvPr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002FA1-87AB-10E7-DF14-BCD2904245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FC16D85-BEED-1820-DFF9-5D8B0AACAC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1F2566FE-64C0-16F6-945D-2961668799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D3B60C47-FE53-B519-B5B0-91907EAADB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51BD7309-4598-0B4D-F955-25A4778655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3AB317A1-606F-084E-CD32-A64A53D259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3ECEF077-D5E5-A906-C26A-748935BA5E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8" y="1549492"/>
            <a:ext cx="6265272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ts val="5700"/>
              </a:lnSpc>
              <a:spcBef>
                <a:spcPct val="0"/>
              </a:spcBef>
              <a:buNone/>
              <a:defRPr lang="en-US" sz="5400" b="1" kern="1200" cap="none" spc="-15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章节标题区域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528" y="4328650"/>
            <a:ext cx="6265272" cy="34624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ts val="2700"/>
              </a:lnSpc>
              <a:spcBef>
                <a:spcPts val="0"/>
              </a:spcBef>
              <a:buNone/>
              <a:defRPr sz="24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副标题区域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2F89-ADF9-0A52-8877-914CA372E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097708"/>
      </p:ext>
    </p:extLst>
  </p:cSld>
  <p:clrMapOvr>
    <a:masterClrMapping/>
  </p:clrMapOvr>
  <p:transition spd="med"/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C50D814F-EE5B-C084-7424-D39C0DE54FF7}"/>
              </a:ext>
            </a:extLst>
          </p:cNvPr>
          <p:cNvSpPr txBox="1"/>
          <p:nvPr/>
        </p:nvSpPr>
        <p:spPr>
          <a:xfrm>
            <a:off x="1603772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498D60-2F6C-6ADE-BB9A-D957660E0731}"/>
              </a:ext>
            </a:extLst>
          </p:cNvPr>
          <p:cNvGrpSpPr>
            <a:grpSpLocks noChangeAspect="1"/>
          </p:cNvGrpSpPr>
          <p:nvPr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414641-DA5A-BDF2-889C-1430A63E35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6CAA72E6-FAE3-6740-34C0-7A08091254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0EE70422-5E10-8634-79CC-15428116CD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F9B9866C-878A-3BAE-D601-6317EEEB78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20DD7C9B-A88C-7ECB-27AE-CB4579CDB9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084B2859-A58F-9171-5328-94CFD162F5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DC1829C2-6CD9-FE35-3F45-EEC10E2F16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49492"/>
            <a:ext cx="6265272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ts val="5700"/>
              </a:lnSpc>
              <a:spcBef>
                <a:spcPct val="0"/>
              </a:spcBef>
              <a:buNone/>
              <a:defRPr lang="en-US" sz="54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章节标题区域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529" y="4328650"/>
            <a:ext cx="6265272" cy="346249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lnSpc>
                <a:spcPts val="2700"/>
              </a:lnSpc>
              <a:spcBef>
                <a:spcPts val="0"/>
              </a:spcBef>
              <a:buNone/>
              <a:defRPr sz="2400" spc="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副标题区域 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1CC465-FDF1-C0A2-5A83-FB03B2F0F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9668414"/>
      </p:ext>
    </p:extLst>
  </p:cSld>
  <p:clrMapOvr>
    <a:masterClrMapping/>
  </p:clrMapOvr>
  <p:transition spd="med"/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A0C0A2-1C95-CF60-15E7-57B445A899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2883630"/>
      </p:ext>
    </p:extLst>
  </p:cSld>
  <p:clrMapOvr>
    <a:masterClrMapping/>
  </p:clrMapOvr>
  <p:transition spd="med"/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45D89D-54AB-A7D6-4141-95E6B3C369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17057"/>
      </p:ext>
    </p:extLst>
  </p:cSld>
  <p:clrMapOvr>
    <a:masterClrMapping/>
  </p:clrMapOvr>
  <p:transition spd="med"/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Sub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5B6443-4299-282C-565B-68E5F97027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5832936"/>
      </p:ext>
    </p:extLst>
  </p:cSld>
  <p:clrMapOvr>
    <a:masterClrMapping/>
  </p:clrMapOvr>
  <p:transition spd="med"/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Sub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altLang="zh-CN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296FD5-38BC-1E97-5513-17F333DF59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4908619"/>
      </p:ext>
    </p:extLst>
  </p:cSld>
  <p:clrMapOvr>
    <a:masterClrMapping/>
  </p:clrMapOvr>
  <p:transition spd="med"/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8880"/>
            <a:ext cx="1067382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C5559F-D4D6-DA53-A720-07C2A2D68F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5893386"/>
      </p:ext>
    </p:extLst>
  </p:cSld>
  <p:clrMapOvr>
    <a:masterClrMapping/>
  </p:clrMapOvr>
  <p:transition spd="med"/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2" y="1308880"/>
            <a:ext cx="1067077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190EFC-69A6-D92C-008E-75B891AE7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1864743"/>
      </p:ext>
    </p:extLst>
  </p:cSld>
  <p:clrMapOvr>
    <a:masterClrMapping/>
  </p:clrMapOvr>
  <p:transition spd="med"/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Subtitl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749388"/>
            <a:ext cx="1067382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altLang="zh-CN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7BD319-CE6A-C56C-FAF4-F7D3C4B20C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6777622"/>
      </p:ext>
    </p:extLst>
  </p:cSld>
  <p:clrMapOvr>
    <a:masterClrMapping/>
  </p:clrMapOvr>
  <p:transition spd="med"/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Subtitle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749389"/>
            <a:ext cx="1067382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3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 dirty="0"/>
              <a:t>添加内容</a:t>
            </a:r>
            <a:endParaRPr lang="en-US" altLang="zh-CN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F390D5-FAC3-3E07-D977-2FACDFA7E8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0106556"/>
      </p:ext>
    </p:extLst>
  </p:cSld>
  <p:clrMapOvr>
    <a:masterClrMapping/>
  </p:clrMapOvr>
  <p:transition spd="med"/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307593"/>
            <a:ext cx="5070324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4" hasCustomPrompt="1"/>
          </p:nvPr>
        </p:nvSpPr>
        <p:spPr bwMode="gray">
          <a:xfrm>
            <a:off x="6340962" y="1307593"/>
            <a:ext cx="506709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FE5186-E704-46DB-A234-0339427F82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9267221"/>
      </p:ext>
    </p:extLst>
  </p:cSld>
  <p:clrMapOvr>
    <a:masterClrMapping/>
  </p:clrMapOvr>
  <p:transition spd="med"/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1307594"/>
            <a:ext cx="5070324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4" hasCustomPrompt="1"/>
          </p:nvPr>
        </p:nvSpPr>
        <p:spPr bwMode="gray">
          <a:xfrm>
            <a:off x="6340962" y="1307594"/>
            <a:ext cx="506709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D52F52-4191-E70A-A15D-3F4D0CF0AA2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5374223"/>
      </p:ext>
    </p:extLst>
  </p:cSld>
  <p:clrMapOvr>
    <a:masterClrMapping/>
  </p:clrMapOvr>
  <p:transition spd="med"/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4378398" y="1307594"/>
            <a:ext cx="3344059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8017903" y="1307594"/>
            <a:ext cx="341653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61C74C-45BE-3DE8-0DFD-4B97D814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0956641"/>
      </p:ext>
    </p:extLst>
  </p:cSld>
  <p:clrMapOvr>
    <a:masterClrMapping/>
  </p:clrMapOvr>
  <p:transition spd="med"/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ree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4378399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8017903" y="1307594"/>
            <a:ext cx="341653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92B045-EC23-B30D-E716-8FEBB279E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8580577"/>
      </p:ext>
    </p:extLst>
  </p:cSld>
  <p:clrMapOvr>
    <a:masterClrMapping/>
  </p:clrMapOvr>
  <p:transition spd="med"/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5725006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3"/>
            <a:ext cx="572500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8199" y="0"/>
            <a:ext cx="53338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F3C117-A202-AC1A-30DA-A95049B267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5637096"/>
      </p:ext>
    </p:extLst>
  </p:cSld>
  <p:clrMapOvr>
    <a:masterClrMapping/>
  </p:clrMapOvr>
  <p:transition spd="med"/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/Imag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5725006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60611" y="1307593"/>
            <a:ext cx="5725006" cy="491958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8199" y="0"/>
            <a:ext cx="53338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E7426-E0FB-DA60-E1E0-A41FD9009F5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2863127"/>
      </p:ext>
    </p:extLst>
  </p:cSld>
  <p:clrMapOvr>
    <a:masterClrMapping/>
  </p:clrMapOvr>
  <p:transition spd="med"/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+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" y="0"/>
            <a:ext cx="4062849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C9E4313D-4BB5-4FBE-BED7-2E337B7C6B9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672569" y="6400800"/>
            <a:ext cx="439026" cy="155448"/>
          </a:xfrm>
        </p:spPr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1CFF5BD6-17CC-00C1-ADCF-B04D6703F62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71604" y="0"/>
            <a:ext cx="7620396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1A0E3B-4CFE-F883-3C78-D9A6BE41AE0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0610" y="995010"/>
            <a:ext cx="3428016" cy="1436465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3800" b="1" strike="noStrike" spc="-15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zh-CN" altLang="en-US" dirty="0"/>
              <a:t>单击文本框</a:t>
            </a:r>
            <a:endParaRPr lang="en-US" altLang="zh-CN" dirty="0"/>
          </a:p>
          <a:p>
            <a:pPr lvl="0"/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5F96A18-152F-7D42-F172-C8D7F6B28F2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2815936"/>
            <a:ext cx="3428016" cy="3280064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286559"/>
      </p:ext>
    </p:extLst>
  </p:cSld>
  <p:clrMapOvr>
    <a:masterClrMapping/>
  </p:clrMapOvr>
  <p:transition spd="med"/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hoto + Statement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" y="0"/>
            <a:ext cx="4062849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571604" y="0"/>
            <a:ext cx="7620396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182470-3621-1323-235D-7DBA176E68E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C11FB6FD-7B80-D920-2B92-D358B18446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0610" y="995010"/>
            <a:ext cx="3428016" cy="1436465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3800" b="1" strike="noStrike" spc="-15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zh-CN" altLang="en-US" dirty="0"/>
              <a:t>单击文本框</a:t>
            </a:r>
            <a:endParaRPr lang="en-US" altLang="zh-CN" dirty="0"/>
          </a:p>
          <a:p>
            <a:pPr lvl="0"/>
            <a:r>
              <a:rPr lang="zh-CN" altLang="en-US" dirty="0"/>
              <a:t>添加标题</a:t>
            </a:r>
            <a:endParaRPr lang="en-US" altLang="zh-CN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F150789-C64C-B456-4B9A-24AED7315FB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760610" y="2815936"/>
            <a:ext cx="3428016" cy="3280064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508516"/>
      </p:ext>
    </p:extLst>
  </p:cSld>
  <p:clrMapOvr>
    <a:masterClrMapping/>
  </p:clrMapOvr>
  <p:transition spd="med"/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611" y="1863188"/>
            <a:ext cx="10670779" cy="3131627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ts val="7900"/>
              </a:lnSpc>
              <a:spcBef>
                <a:spcPts val="0"/>
              </a:spcBef>
              <a:buNone/>
              <a:defRPr sz="7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494" indent="0">
              <a:buNone/>
              <a:defRPr/>
            </a:lvl2pPr>
          </a:lstStyle>
          <a:p>
            <a:pPr lvl="0"/>
            <a:r>
              <a:rPr lang="zh-CN" altLang="en-US" dirty="0"/>
              <a:t>点击此处添加</a:t>
            </a:r>
            <a:endParaRPr lang="en-US" altLang="zh-CN" dirty="0"/>
          </a:p>
          <a:p>
            <a:pPr lvl="0"/>
            <a:r>
              <a:rPr lang="zh-CN" altLang="en-US" dirty="0"/>
              <a:t>重要的想法、声明</a:t>
            </a:r>
            <a:endParaRPr lang="en-US" altLang="zh-CN" dirty="0"/>
          </a:p>
          <a:p>
            <a:pPr lvl="0"/>
            <a:r>
              <a:rPr lang="zh-CN" altLang="en-US" dirty="0"/>
              <a:t>或主题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92868452"/>
      </p:ext>
    </p:extLst>
  </p:cSld>
  <p:clrMapOvr>
    <a:masterClrMapping/>
  </p:clrMapOvr>
  <p:transition spd="med"/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/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5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 hasCustomPrompt="1"/>
          </p:nvPr>
        </p:nvSpPr>
        <p:spPr bwMode="gray">
          <a:xfrm>
            <a:off x="6858198" y="1307593"/>
            <a:ext cx="4573192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8198" y="442528"/>
            <a:ext cx="4573192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FBC96C-E04F-90E6-1BBE-C65ECD6E5C1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3450267"/>
      </p:ext>
    </p:extLst>
  </p:cSld>
  <p:clrMapOvr>
    <a:masterClrMapping/>
  </p:clrMapOvr>
  <p:transition spd="med"/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/ Produc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5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  <a:endParaRPr lang="en-US" altLang="zh-CN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 hasCustomPrompt="1"/>
          </p:nvPr>
        </p:nvSpPr>
        <p:spPr bwMode="gray">
          <a:xfrm>
            <a:off x="6858200" y="1307592"/>
            <a:ext cx="4573191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3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5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8199" y="442529"/>
            <a:ext cx="4573192" cy="42319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A84DA8-2577-7EF4-6122-06E4DEEB80A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5918561"/>
      </p:ext>
    </p:extLst>
  </p:cSld>
  <p:clrMapOvr>
    <a:masterClrMapping/>
  </p:clrMapOvr>
  <p:transition spd="med"/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9"/>
            <a:ext cx="10673829" cy="42319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612" y="1524000"/>
            <a:ext cx="10670779" cy="4572000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000" baseline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点击此图标创建图标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E9C038-E754-006F-B382-D714EB9495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4866295"/>
      </p:ext>
    </p:extLst>
  </p:cSld>
  <p:clrMapOvr>
    <a:masterClrMapping/>
  </p:clrMapOvr>
  <p:transition spd="med"/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rt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000" b="1" kern="1200" cap="none" spc="-15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612" y="1524000"/>
            <a:ext cx="10670779" cy="4572001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0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点击此图标创建图标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222CEF-FCD3-E840-7AE1-E900A5D59C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4226157"/>
      </p:ext>
    </p:extLst>
  </p:cSld>
  <p:clrMapOvr>
    <a:masterClrMapping/>
  </p:clrMapOvr>
  <p:transition spd="med"/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2E9409-35B8-57EB-2941-154C5CA02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278858"/>
      </p:ext>
    </p:extLst>
  </p:cSld>
  <p:clrMapOvr>
    <a:masterClrMapping/>
  </p:clrMapOvr>
  <p:transition spd="med"/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94B782-D6B1-E164-080E-40821B7DAF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8074619"/>
      </p:ext>
    </p:extLst>
  </p:cSld>
  <p:clrMapOvr>
    <a:masterClrMapping/>
  </p:clrMapOvr>
  <p:transition spd="med"/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165">
            <a:extLst>
              <a:ext uri="{FF2B5EF4-FFF2-40B4-BE49-F238E27FC236}">
                <a16:creationId xmlns:a16="http://schemas.microsoft.com/office/drawing/2014/main" id="{45DF6D6F-9C39-7C31-64D4-4BCE9C9CA5D6}"/>
              </a:ext>
            </a:extLst>
          </p:cNvPr>
          <p:cNvGrpSpPr/>
          <p:nvPr/>
        </p:nvGrpSpPr>
        <p:grpSpPr>
          <a:xfrm>
            <a:off x="1539348" y="3561908"/>
            <a:ext cx="7853422" cy="1769127"/>
            <a:chOff x="541049" y="2649538"/>
            <a:chExt cx="9285724" cy="2092325"/>
          </a:xfrm>
          <a:solidFill>
            <a:srgbClr val="4D144A"/>
          </a:solidFill>
        </p:grpSpPr>
        <p:sp>
          <p:nvSpPr>
            <p:cNvPr id="167" name="Freeform 5">
              <a:extLst>
                <a:ext uri="{FF2B5EF4-FFF2-40B4-BE49-F238E27FC236}">
                  <a16:creationId xmlns:a16="http://schemas.microsoft.com/office/drawing/2014/main" id="{E109AFA1-C190-E6CF-D819-5DDBF44B5E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68" name="Freeform 6">
              <a:extLst>
                <a:ext uri="{FF2B5EF4-FFF2-40B4-BE49-F238E27FC236}">
                  <a16:creationId xmlns:a16="http://schemas.microsoft.com/office/drawing/2014/main" id="{1969BD4D-0C40-739F-FF6B-4214C2BEBC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69" name="Freeform 7">
              <a:extLst>
                <a:ext uri="{FF2B5EF4-FFF2-40B4-BE49-F238E27FC236}">
                  <a16:creationId xmlns:a16="http://schemas.microsoft.com/office/drawing/2014/main" id="{6DB7C37A-1FE6-9BFA-5E83-3EC0F79497F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0" name="Freeform 8">
              <a:extLst>
                <a:ext uri="{FF2B5EF4-FFF2-40B4-BE49-F238E27FC236}">
                  <a16:creationId xmlns:a16="http://schemas.microsoft.com/office/drawing/2014/main" id="{3AEA624F-19C6-31CA-5CD9-7E42ED68DA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1" name="Freeform 9">
              <a:extLst>
                <a:ext uri="{FF2B5EF4-FFF2-40B4-BE49-F238E27FC236}">
                  <a16:creationId xmlns:a16="http://schemas.microsoft.com/office/drawing/2014/main" id="{ED142D15-3F97-1719-8D74-37D26D1CAA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2" name="Freeform 10">
              <a:extLst>
                <a:ext uri="{FF2B5EF4-FFF2-40B4-BE49-F238E27FC236}">
                  <a16:creationId xmlns:a16="http://schemas.microsoft.com/office/drawing/2014/main" id="{6FEBB0B2-4586-05AB-B4FE-055E54F117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73" name="Oval 11">
              <a:extLst>
                <a:ext uri="{FF2B5EF4-FFF2-40B4-BE49-F238E27FC236}">
                  <a16:creationId xmlns:a16="http://schemas.microsoft.com/office/drawing/2014/main" id="{70877F96-1F23-E1FC-71E9-01EE358F60F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B2584B0-B37E-E020-07A7-BAB961C43514}"/>
              </a:ext>
            </a:extLst>
          </p:cNvPr>
          <p:cNvGrpSpPr/>
          <p:nvPr/>
        </p:nvGrpSpPr>
        <p:grpSpPr>
          <a:xfrm>
            <a:off x="9392771" y="767096"/>
            <a:ext cx="2800816" cy="1898696"/>
            <a:chOff x="9390324" y="767096"/>
            <a:chExt cx="2800087" cy="1898696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9DB8BCA-C082-90D7-926B-C6CF4AF09E1C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accent1"/>
            </a:solidFill>
          </p:grpSpPr>
          <p:sp>
            <p:nvSpPr>
              <p:cNvPr id="46" name="Freeform 5">
                <a:extLst>
                  <a:ext uri="{FF2B5EF4-FFF2-40B4-BE49-F238E27FC236}">
                    <a16:creationId xmlns:a16="http://schemas.microsoft.com/office/drawing/2014/main" id="{752B143C-EA30-88CF-4159-D3220D52439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7" name="Freeform 6">
                <a:extLst>
                  <a:ext uri="{FF2B5EF4-FFF2-40B4-BE49-F238E27FC236}">
                    <a16:creationId xmlns:a16="http://schemas.microsoft.com/office/drawing/2014/main" id="{2BD38F57-84A8-6CE5-5871-808CD68267FD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8" name="Freeform 7">
                <a:extLst>
                  <a:ext uri="{FF2B5EF4-FFF2-40B4-BE49-F238E27FC236}">
                    <a16:creationId xmlns:a16="http://schemas.microsoft.com/office/drawing/2014/main" id="{AA0572EA-FFDA-D8B6-A96C-DF4D0432044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9" name="Freeform 8">
                <a:extLst>
                  <a:ext uri="{FF2B5EF4-FFF2-40B4-BE49-F238E27FC236}">
                    <a16:creationId xmlns:a16="http://schemas.microsoft.com/office/drawing/2014/main" id="{9BA36A6F-FB71-28DB-07CD-B21FF32CAA7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0" name="Freeform 9">
                <a:extLst>
                  <a:ext uri="{FF2B5EF4-FFF2-40B4-BE49-F238E27FC236}">
                    <a16:creationId xmlns:a16="http://schemas.microsoft.com/office/drawing/2014/main" id="{44D95805-4759-1419-A377-A8CF32C8756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1" name="Freeform 10">
                <a:extLst>
                  <a:ext uri="{FF2B5EF4-FFF2-40B4-BE49-F238E27FC236}">
                    <a16:creationId xmlns:a16="http://schemas.microsoft.com/office/drawing/2014/main" id="{2EDA3D6C-6EEF-5BB3-A5FE-991573A77F6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2" name="Freeform 11">
                <a:extLst>
                  <a:ext uri="{FF2B5EF4-FFF2-40B4-BE49-F238E27FC236}">
                    <a16:creationId xmlns:a16="http://schemas.microsoft.com/office/drawing/2014/main" id="{6D486C55-E23B-1872-D405-5DC8D2CA45F3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3" name="Freeform 12">
                <a:extLst>
                  <a:ext uri="{FF2B5EF4-FFF2-40B4-BE49-F238E27FC236}">
                    <a16:creationId xmlns:a16="http://schemas.microsoft.com/office/drawing/2014/main" id="{B6A43306-05AB-DDD0-5F08-A0BE5CD4518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4" name="Freeform 13">
                <a:extLst>
                  <a:ext uri="{FF2B5EF4-FFF2-40B4-BE49-F238E27FC236}">
                    <a16:creationId xmlns:a16="http://schemas.microsoft.com/office/drawing/2014/main" id="{D49034F6-E32B-0A8D-D89B-AA4488391FC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5" name="Freeform 14">
                <a:extLst>
                  <a:ext uri="{FF2B5EF4-FFF2-40B4-BE49-F238E27FC236}">
                    <a16:creationId xmlns:a16="http://schemas.microsoft.com/office/drawing/2014/main" id="{F7F6E1B7-B4ED-1699-C492-0032C5B8242D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6" name="Freeform 15">
                <a:extLst>
                  <a:ext uri="{FF2B5EF4-FFF2-40B4-BE49-F238E27FC236}">
                    <a16:creationId xmlns:a16="http://schemas.microsoft.com/office/drawing/2014/main" id="{114EE99C-9EC5-3C6C-64A0-3764DA0E337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7" name="Freeform 16">
                <a:extLst>
                  <a:ext uri="{FF2B5EF4-FFF2-40B4-BE49-F238E27FC236}">
                    <a16:creationId xmlns:a16="http://schemas.microsoft.com/office/drawing/2014/main" id="{ECCFB330-8F90-459F-B1B5-7717B235054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8" name="Freeform 17">
                <a:extLst>
                  <a:ext uri="{FF2B5EF4-FFF2-40B4-BE49-F238E27FC236}">
                    <a16:creationId xmlns:a16="http://schemas.microsoft.com/office/drawing/2014/main" id="{89A34987-E431-2A93-3D62-912217C1C04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59" name="Rectangle 18">
                <a:extLst>
                  <a:ext uri="{FF2B5EF4-FFF2-40B4-BE49-F238E27FC236}">
                    <a16:creationId xmlns:a16="http://schemas.microsoft.com/office/drawing/2014/main" id="{1F951D7F-BED8-991E-3496-7DA93E8148F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0" name="Freeform 19">
                <a:extLst>
                  <a:ext uri="{FF2B5EF4-FFF2-40B4-BE49-F238E27FC236}">
                    <a16:creationId xmlns:a16="http://schemas.microsoft.com/office/drawing/2014/main" id="{272CCB53-F367-9D8A-5671-D442F70CF858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1" name="Freeform 20">
                <a:extLst>
                  <a:ext uri="{FF2B5EF4-FFF2-40B4-BE49-F238E27FC236}">
                    <a16:creationId xmlns:a16="http://schemas.microsoft.com/office/drawing/2014/main" id="{ECF911E9-8158-C08D-23FE-13CCAFED78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/>
              </a:p>
            </p:txBody>
          </p:sp>
          <p:sp>
            <p:nvSpPr>
              <p:cNvPr id="62" name="Freeform 21">
                <a:extLst>
                  <a:ext uri="{FF2B5EF4-FFF2-40B4-BE49-F238E27FC236}">
                    <a16:creationId xmlns:a16="http://schemas.microsoft.com/office/drawing/2014/main" id="{094B2A0F-EF14-8BE6-B468-54D6F6277E8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3" name="Freeform 22">
                <a:extLst>
                  <a:ext uri="{FF2B5EF4-FFF2-40B4-BE49-F238E27FC236}">
                    <a16:creationId xmlns:a16="http://schemas.microsoft.com/office/drawing/2014/main" id="{BD80DF37-D70A-5EC4-04A2-4E73C4038CB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4" name="Freeform 23">
                <a:extLst>
                  <a:ext uri="{FF2B5EF4-FFF2-40B4-BE49-F238E27FC236}">
                    <a16:creationId xmlns:a16="http://schemas.microsoft.com/office/drawing/2014/main" id="{0D00C6D5-7EC4-0318-A93F-CD6F5C70842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5" name="Freeform 24">
                <a:extLst>
                  <a:ext uri="{FF2B5EF4-FFF2-40B4-BE49-F238E27FC236}">
                    <a16:creationId xmlns:a16="http://schemas.microsoft.com/office/drawing/2014/main" id="{AEB26B91-4BD3-875D-141D-DEA322007DD9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6" name="Freeform 25">
                <a:extLst>
                  <a:ext uri="{FF2B5EF4-FFF2-40B4-BE49-F238E27FC236}">
                    <a16:creationId xmlns:a16="http://schemas.microsoft.com/office/drawing/2014/main" id="{4F49B36A-46DF-8CB3-3466-3A29AEB0F38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7" name="Rectangle 26">
                <a:extLst>
                  <a:ext uri="{FF2B5EF4-FFF2-40B4-BE49-F238E27FC236}">
                    <a16:creationId xmlns:a16="http://schemas.microsoft.com/office/drawing/2014/main" id="{F840654A-F47B-BC37-57E2-0E27690D567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8" name="Rectangle 27">
                <a:extLst>
                  <a:ext uri="{FF2B5EF4-FFF2-40B4-BE49-F238E27FC236}">
                    <a16:creationId xmlns:a16="http://schemas.microsoft.com/office/drawing/2014/main" id="{9ADC6671-2EE5-8226-E787-2FB7A9BBA46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  <p:sp>
          <p:nvSpPr>
            <p:cNvPr id="38" name="Rectangle 28">
              <a:extLst>
                <a:ext uri="{FF2B5EF4-FFF2-40B4-BE49-F238E27FC236}">
                  <a16:creationId xmlns:a16="http://schemas.microsoft.com/office/drawing/2014/main" id="{17537E70-E667-DC44-A43A-E53A50AD305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290A113E-9CD9-B2B2-74CC-01FC73534AA3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40" name="Freeform 29">
                <a:extLst>
                  <a:ext uri="{FF2B5EF4-FFF2-40B4-BE49-F238E27FC236}">
                    <a16:creationId xmlns:a16="http://schemas.microsoft.com/office/drawing/2014/main" id="{60FE0670-46BE-A30C-6A81-3F4ACF4BDA0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1" name="Freeform 30">
                <a:extLst>
                  <a:ext uri="{FF2B5EF4-FFF2-40B4-BE49-F238E27FC236}">
                    <a16:creationId xmlns:a16="http://schemas.microsoft.com/office/drawing/2014/main" id="{6E17D649-B42A-09BD-CF61-B8C1A7112E9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2" name="Freeform 31">
                <a:extLst>
                  <a:ext uri="{FF2B5EF4-FFF2-40B4-BE49-F238E27FC236}">
                    <a16:creationId xmlns:a16="http://schemas.microsoft.com/office/drawing/2014/main" id="{8687873F-7C76-382B-60A8-B49C4C184DB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3" name="Freeform 32">
                <a:extLst>
                  <a:ext uri="{FF2B5EF4-FFF2-40B4-BE49-F238E27FC236}">
                    <a16:creationId xmlns:a16="http://schemas.microsoft.com/office/drawing/2014/main" id="{FBF838FB-60C5-AA46-F549-F323F6F945C5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4" name="Freeform 33">
                <a:extLst>
                  <a:ext uri="{FF2B5EF4-FFF2-40B4-BE49-F238E27FC236}">
                    <a16:creationId xmlns:a16="http://schemas.microsoft.com/office/drawing/2014/main" id="{FA747742-768F-6F28-36C9-B9E27D07E2B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5" name="Freeform 34">
                <a:extLst>
                  <a:ext uri="{FF2B5EF4-FFF2-40B4-BE49-F238E27FC236}">
                    <a16:creationId xmlns:a16="http://schemas.microsoft.com/office/drawing/2014/main" id="{93DF03F5-A85B-C364-024C-8BB97454FB2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00694528"/>
      </p:ext>
    </p:extLst>
  </p:cSld>
  <p:clrMapOvr>
    <a:masterClrMapping/>
  </p:clrMapOvr>
  <p:transition spd="med"/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7F7FEAA-CD25-31FD-0E8A-E47145F5F9EB}"/>
              </a:ext>
            </a:extLst>
          </p:cNvPr>
          <p:cNvGrpSpPr/>
          <p:nvPr/>
        </p:nvGrpSpPr>
        <p:grpSpPr>
          <a:xfrm>
            <a:off x="9392771" y="767096"/>
            <a:ext cx="2800816" cy="1898696"/>
            <a:chOff x="9390324" y="767096"/>
            <a:chExt cx="2800087" cy="1898696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DBC4C027-8FC0-71EF-963F-3B8A0447C1E8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bg1"/>
            </a:solidFill>
          </p:grpSpPr>
          <p:sp>
            <p:nvSpPr>
              <p:cNvPr id="72" name="Freeform 5">
                <a:extLst>
                  <a:ext uri="{FF2B5EF4-FFF2-40B4-BE49-F238E27FC236}">
                    <a16:creationId xmlns:a16="http://schemas.microsoft.com/office/drawing/2014/main" id="{AC114BA7-B808-0C61-F4C4-498846EB2C1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3" name="Freeform 6">
                <a:extLst>
                  <a:ext uri="{FF2B5EF4-FFF2-40B4-BE49-F238E27FC236}">
                    <a16:creationId xmlns:a16="http://schemas.microsoft.com/office/drawing/2014/main" id="{03055FF5-EB33-F09D-784D-C7AD0188032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4" name="Freeform 7">
                <a:extLst>
                  <a:ext uri="{FF2B5EF4-FFF2-40B4-BE49-F238E27FC236}">
                    <a16:creationId xmlns:a16="http://schemas.microsoft.com/office/drawing/2014/main" id="{EF0C28DE-3EA0-613C-F6F5-A668E5A933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5" name="Freeform 8">
                <a:extLst>
                  <a:ext uri="{FF2B5EF4-FFF2-40B4-BE49-F238E27FC236}">
                    <a16:creationId xmlns:a16="http://schemas.microsoft.com/office/drawing/2014/main" id="{AA3A9144-5E21-1340-D82E-781E8E03088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6" name="Freeform 9">
                <a:extLst>
                  <a:ext uri="{FF2B5EF4-FFF2-40B4-BE49-F238E27FC236}">
                    <a16:creationId xmlns:a16="http://schemas.microsoft.com/office/drawing/2014/main" id="{16E502AF-0487-43AF-00DB-14F962B92CF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7" name="Freeform 10">
                <a:extLst>
                  <a:ext uri="{FF2B5EF4-FFF2-40B4-BE49-F238E27FC236}">
                    <a16:creationId xmlns:a16="http://schemas.microsoft.com/office/drawing/2014/main" id="{0DE8FD0D-C28A-B61F-DFEE-6F90FAD7BFA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8" name="Freeform 11">
                <a:extLst>
                  <a:ext uri="{FF2B5EF4-FFF2-40B4-BE49-F238E27FC236}">
                    <a16:creationId xmlns:a16="http://schemas.microsoft.com/office/drawing/2014/main" id="{F351CFF9-9DD1-E9B5-EE76-334AE5F0349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9" name="Freeform 12">
                <a:extLst>
                  <a:ext uri="{FF2B5EF4-FFF2-40B4-BE49-F238E27FC236}">
                    <a16:creationId xmlns:a16="http://schemas.microsoft.com/office/drawing/2014/main" id="{5CBDFCA1-F27C-774F-EB38-070587A34AB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0" name="Freeform 13">
                <a:extLst>
                  <a:ext uri="{FF2B5EF4-FFF2-40B4-BE49-F238E27FC236}">
                    <a16:creationId xmlns:a16="http://schemas.microsoft.com/office/drawing/2014/main" id="{32C7C41D-9C2F-F9CB-F801-1289ECF5E58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1" name="Freeform 14">
                <a:extLst>
                  <a:ext uri="{FF2B5EF4-FFF2-40B4-BE49-F238E27FC236}">
                    <a16:creationId xmlns:a16="http://schemas.microsoft.com/office/drawing/2014/main" id="{D3D8F53A-7C54-73FF-7202-68AF9530CEF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2" name="Freeform 15">
                <a:extLst>
                  <a:ext uri="{FF2B5EF4-FFF2-40B4-BE49-F238E27FC236}">
                    <a16:creationId xmlns:a16="http://schemas.microsoft.com/office/drawing/2014/main" id="{BD2B90D5-630B-CFC6-CE5B-4A3E778474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3" name="Freeform 16">
                <a:extLst>
                  <a:ext uri="{FF2B5EF4-FFF2-40B4-BE49-F238E27FC236}">
                    <a16:creationId xmlns:a16="http://schemas.microsoft.com/office/drawing/2014/main" id="{44BDC175-2104-E7E3-2519-DA2F92A4A93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4" name="Freeform 17">
                <a:extLst>
                  <a:ext uri="{FF2B5EF4-FFF2-40B4-BE49-F238E27FC236}">
                    <a16:creationId xmlns:a16="http://schemas.microsoft.com/office/drawing/2014/main" id="{E76CB955-2FC2-83C2-AC09-AD01BCCF1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5" name="Rectangle 18">
                <a:extLst>
                  <a:ext uri="{FF2B5EF4-FFF2-40B4-BE49-F238E27FC236}">
                    <a16:creationId xmlns:a16="http://schemas.microsoft.com/office/drawing/2014/main" id="{BB15E459-A560-CBA7-38D2-49EC0DF1798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6" name="Freeform 19">
                <a:extLst>
                  <a:ext uri="{FF2B5EF4-FFF2-40B4-BE49-F238E27FC236}">
                    <a16:creationId xmlns:a16="http://schemas.microsoft.com/office/drawing/2014/main" id="{A894E637-6612-023A-5D26-292EB224BB2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7" name="Freeform 20">
                <a:extLst>
                  <a:ext uri="{FF2B5EF4-FFF2-40B4-BE49-F238E27FC236}">
                    <a16:creationId xmlns:a16="http://schemas.microsoft.com/office/drawing/2014/main" id="{C612BEEF-FFCF-00C7-83E8-3D6CD89DD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8" name="Freeform 21">
                <a:extLst>
                  <a:ext uri="{FF2B5EF4-FFF2-40B4-BE49-F238E27FC236}">
                    <a16:creationId xmlns:a16="http://schemas.microsoft.com/office/drawing/2014/main" id="{535443A8-F420-58B0-6940-C7217CB7D3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9" name="Freeform 22">
                <a:extLst>
                  <a:ext uri="{FF2B5EF4-FFF2-40B4-BE49-F238E27FC236}">
                    <a16:creationId xmlns:a16="http://schemas.microsoft.com/office/drawing/2014/main" id="{D577C4C5-162A-509E-0F90-2D9CF5560B4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0" name="Freeform 23">
                <a:extLst>
                  <a:ext uri="{FF2B5EF4-FFF2-40B4-BE49-F238E27FC236}">
                    <a16:creationId xmlns:a16="http://schemas.microsoft.com/office/drawing/2014/main" id="{9CB671CE-477D-F1B3-6894-F85448189A9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1" name="Freeform 24">
                <a:extLst>
                  <a:ext uri="{FF2B5EF4-FFF2-40B4-BE49-F238E27FC236}">
                    <a16:creationId xmlns:a16="http://schemas.microsoft.com/office/drawing/2014/main" id="{2D545142-881D-002A-830D-2B1960B7F79A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2" name="Freeform 25">
                <a:extLst>
                  <a:ext uri="{FF2B5EF4-FFF2-40B4-BE49-F238E27FC236}">
                    <a16:creationId xmlns:a16="http://schemas.microsoft.com/office/drawing/2014/main" id="{5C959273-267C-8CBA-996C-EC8514CCD7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3" name="Rectangle 26">
                <a:extLst>
                  <a:ext uri="{FF2B5EF4-FFF2-40B4-BE49-F238E27FC236}">
                    <a16:creationId xmlns:a16="http://schemas.microsoft.com/office/drawing/2014/main" id="{2F1B0169-414B-8F53-D204-E4FC9132C39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94" name="Rectangle 27">
                <a:extLst>
                  <a:ext uri="{FF2B5EF4-FFF2-40B4-BE49-F238E27FC236}">
                    <a16:creationId xmlns:a16="http://schemas.microsoft.com/office/drawing/2014/main" id="{FD3CEF0B-9316-CAAF-B811-7977EA0FDC7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  <p:sp>
          <p:nvSpPr>
            <p:cNvPr id="64" name="Rectangle 28">
              <a:extLst>
                <a:ext uri="{FF2B5EF4-FFF2-40B4-BE49-F238E27FC236}">
                  <a16:creationId xmlns:a16="http://schemas.microsoft.com/office/drawing/2014/main" id="{C44969F7-1BF0-A4FA-F4EB-8003272D98C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AB97A83-AA92-5D2A-D89F-2B85130F597F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66" name="Freeform 29">
                <a:extLst>
                  <a:ext uri="{FF2B5EF4-FFF2-40B4-BE49-F238E27FC236}">
                    <a16:creationId xmlns:a16="http://schemas.microsoft.com/office/drawing/2014/main" id="{93913DCE-D7C5-993F-1CBD-D671F4E01A3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7" name="Freeform 30">
                <a:extLst>
                  <a:ext uri="{FF2B5EF4-FFF2-40B4-BE49-F238E27FC236}">
                    <a16:creationId xmlns:a16="http://schemas.microsoft.com/office/drawing/2014/main" id="{6D0A5711-84F8-6852-FC23-C9222B8AB05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8" name="Freeform 31">
                <a:extLst>
                  <a:ext uri="{FF2B5EF4-FFF2-40B4-BE49-F238E27FC236}">
                    <a16:creationId xmlns:a16="http://schemas.microsoft.com/office/drawing/2014/main" id="{185085EF-D1B3-20ED-1267-AC7FAB1644F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69" name="Freeform 32">
                <a:extLst>
                  <a:ext uri="{FF2B5EF4-FFF2-40B4-BE49-F238E27FC236}">
                    <a16:creationId xmlns:a16="http://schemas.microsoft.com/office/drawing/2014/main" id="{8434C32D-C325-1F32-5E19-6C9FC933AC3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0" name="Freeform 33">
                <a:extLst>
                  <a:ext uri="{FF2B5EF4-FFF2-40B4-BE49-F238E27FC236}">
                    <a16:creationId xmlns:a16="http://schemas.microsoft.com/office/drawing/2014/main" id="{A281B950-B57F-4814-65C4-87F843CA0E1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71" name="Freeform 34">
                <a:extLst>
                  <a:ext uri="{FF2B5EF4-FFF2-40B4-BE49-F238E27FC236}">
                    <a16:creationId xmlns:a16="http://schemas.microsoft.com/office/drawing/2014/main" id="{EE465ED6-53DE-A385-42CB-0B5A7547734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20E6808-E70B-FA4B-99F6-1C02BBC16598}"/>
              </a:ext>
            </a:extLst>
          </p:cNvPr>
          <p:cNvGrpSpPr/>
          <p:nvPr/>
        </p:nvGrpSpPr>
        <p:grpSpPr>
          <a:xfrm>
            <a:off x="1539348" y="3561908"/>
            <a:ext cx="7853422" cy="1769127"/>
            <a:chOff x="541049" y="2649538"/>
            <a:chExt cx="9285724" cy="2092325"/>
          </a:xfrm>
          <a:solidFill>
            <a:schemeClr val="bg1"/>
          </a:solidFill>
        </p:grpSpPr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4C297CEF-136F-B1B7-09B1-55E4D7563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4" name="Freeform 6">
              <a:extLst>
                <a:ext uri="{FF2B5EF4-FFF2-40B4-BE49-F238E27FC236}">
                  <a16:creationId xmlns:a16="http://schemas.microsoft.com/office/drawing/2014/main" id="{622BAF6B-1742-15FD-B0EB-40B8C3DC11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788B3367-A4C9-CCD9-A688-1D2826A4B0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3" name="Freeform 8">
              <a:extLst>
                <a:ext uri="{FF2B5EF4-FFF2-40B4-BE49-F238E27FC236}">
                  <a16:creationId xmlns:a16="http://schemas.microsoft.com/office/drawing/2014/main" id="{E75C15B3-8177-7E6B-C4A7-1B9D3FB9D0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4" name="Freeform 9">
              <a:extLst>
                <a:ext uri="{FF2B5EF4-FFF2-40B4-BE49-F238E27FC236}">
                  <a16:creationId xmlns:a16="http://schemas.microsoft.com/office/drawing/2014/main" id="{AA27F0F6-EBAD-77B3-0964-617F5FC5A0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5" name="Freeform 10">
              <a:extLst>
                <a:ext uri="{FF2B5EF4-FFF2-40B4-BE49-F238E27FC236}">
                  <a16:creationId xmlns:a16="http://schemas.microsoft.com/office/drawing/2014/main" id="{0D449E32-BCCB-5FA7-37E4-30FF7569B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6" name="Oval 11">
              <a:extLst>
                <a:ext uri="{FF2B5EF4-FFF2-40B4-BE49-F238E27FC236}">
                  <a16:creationId xmlns:a16="http://schemas.microsoft.com/office/drawing/2014/main" id="{DF4FD3AA-2A1C-04CA-7759-A7926327B4A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55069870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8.xml"/><Relationship Id="rId26" Type="http://schemas.openxmlformats.org/officeDocument/2006/relationships/slideLayout" Target="../slideLayouts/slideLayout56.xml"/><Relationship Id="rId3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51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7.xml"/><Relationship Id="rId25" Type="http://schemas.openxmlformats.org/officeDocument/2006/relationships/slideLayout" Target="../slideLayouts/slideLayout55.xml"/><Relationship Id="rId2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50.xml"/><Relationship Id="rId29" Type="http://schemas.openxmlformats.org/officeDocument/2006/relationships/slideLayout" Target="../slideLayouts/slideLayout59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24" Type="http://schemas.openxmlformats.org/officeDocument/2006/relationships/slideLayout" Target="../slideLayouts/slideLayout54.xml"/><Relationship Id="rId5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5.xml"/><Relationship Id="rId23" Type="http://schemas.openxmlformats.org/officeDocument/2006/relationships/slideLayout" Target="../slideLayouts/slideLayout53.xml"/><Relationship Id="rId28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40.xml"/><Relationship Id="rId19" Type="http://schemas.openxmlformats.org/officeDocument/2006/relationships/slideLayout" Target="../slideLayouts/slideLayout49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Relationship Id="rId22" Type="http://schemas.openxmlformats.org/officeDocument/2006/relationships/slideLayout" Target="../slideLayouts/slideLayout52.xml"/><Relationship Id="rId27" Type="http://schemas.openxmlformats.org/officeDocument/2006/relationships/slideLayout" Target="../slideLayouts/slideLayout57.xml"/><Relationship Id="rId30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13" Type="http://schemas.openxmlformats.org/officeDocument/2006/relationships/slideLayout" Target="../slideLayouts/slideLayout72.xml"/><Relationship Id="rId18" Type="http://schemas.openxmlformats.org/officeDocument/2006/relationships/slideLayout" Target="../slideLayouts/slideLayout77.xml"/><Relationship Id="rId26" Type="http://schemas.openxmlformats.org/officeDocument/2006/relationships/slideLayout" Target="../slideLayouts/slideLayout85.xml"/><Relationship Id="rId3" Type="http://schemas.openxmlformats.org/officeDocument/2006/relationships/slideLayout" Target="../slideLayouts/slideLayout62.xml"/><Relationship Id="rId21" Type="http://schemas.openxmlformats.org/officeDocument/2006/relationships/slideLayout" Target="../slideLayouts/slideLayout80.xml"/><Relationship Id="rId7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71.xml"/><Relationship Id="rId17" Type="http://schemas.openxmlformats.org/officeDocument/2006/relationships/slideLayout" Target="../slideLayouts/slideLayout76.xml"/><Relationship Id="rId25" Type="http://schemas.openxmlformats.org/officeDocument/2006/relationships/slideLayout" Target="../slideLayouts/slideLayout84.xml"/><Relationship Id="rId2" Type="http://schemas.openxmlformats.org/officeDocument/2006/relationships/slideLayout" Target="../slideLayouts/slideLayout61.xml"/><Relationship Id="rId16" Type="http://schemas.openxmlformats.org/officeDocument/2006/relationships/slideLayout" Target="../slideLayouts/slideLayout75.xml"/><Relationship Id="rId20" Type="http://schemas.openxmlformats.org/officeDocument/2006/relationships/slideLayout" Target="../slideLayouts/slideLayout79.xml"/><Relationship Id="rId29" Type="http://schemas.openxmlformats.org/officeDocument/2006/relationships/slideLayout" Target="../slideLayouts/slideLayout88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24" Type="http://schemas.openxmlformats.org/officeDocument/2006/relationships/slideLayout" Target="../slideLayouts/slideLayout83.xml"/><Relationship Id="rId5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74.xml"/><Relationship Id="rId23" Type="http://schemas.openxmlformats.org/officeDocument/2006/relationships/slideLayout" Target="../slideLayouts/slideLayout82.xml"/><Relationship Id="rId28" Type="http://schemas.openxmlformats.org/officeDocument/2006/relationships/slideLayout" Target="../slideLayouts/slideLayout87.xml"/><Relationship Id="rId10" Type="http://schemas.openxmlformats.org/officeDocument/2006/relationships/slideLayout" Target="../slideLayouts/slideLayout69.xml"/><Relationship Id="rId19" Type="http://schemas.openxmlformats.org/officeDocument/2006/relationships/slideLayout" Target="../slideLayouts/slideLayout78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14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81.xml"/><Relationship Id="rId27" Type="http://schemas.openxmlformats.org/officeDocument/2006/relationships/slideLayout" Target="../slideLayouts/slideLayout86.xml"/><Relationship Id="rId30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13" Type="http://schemas.openxmlformats.org/officeDocument/2006/relationships/slideLayout" Target="../slideLayouts/slideLayout101.xml"/><Relationship Id="rId18" Type="http://schemas.openxmlformats.org/officeDocument/2006/relationships/slideLayout" Target="../slideLayouts/slideLayout106.xml"/><Relationship Id="rId26" Type="http://schemas.openxmlformats.org/officeDocument/2006/relationships/slideLayout" Target="../slideLayouts/slideLayout114.xml"/><Relationship Id="rId3" Type="http://schemas.openxmlformats.org/officeDocument/2006/relationships/slideLayout" Target="../slideLayouts/slideLayout91.xml"/><Relationship Id="rId21" Type="http://schemas.openxmlformats.org/officeDocument/2006/relationships/slideLayout" Target="../slideLayouts/slideLayout109.xml"/><Relationship Id="rId7" Type="http://schemas.openxmlformats.org/officeDocument/2006/relationships/slideLayout" Target="../slideLayouts/slideLayout95.xml"/><Relationship Id="rId12" Type="http://schemas.openxmlformats.org/officeDocument/2006/relationships/slideLayout" Target="../slideLayouts/slideLayout100.xml"/><Relationship Id="rId17" Type="http://schemas.openxmlformats.org/officeDocument/2006/relationships/slideLayout" Target="../slideLayouts/slideLayout105.xml"/><Relationship Id="rId25" Type="http://schemas.openxmlformats.org/officeDocument/2006/relationships/slideLayout" Target="../slideLayouts/slideLayout113.xml"/><Relationship Id="rId2" Type="http://schemas.openxmlformats.org/officeDocument/2006/relationships/slideLayout" Target="../slideLayouts/slideLayout90.xml"/><Relationship Id="rId16" Type="http://schemas.openxmlformats.org/officeDocument/2006/relationships/slideLayout" Target="../slideLayouts/slideLayout104.xml"/><Relationship Id="rId20" Type="http://schemas.openxmlformats.org/officeDocument/2006/relationships/slideLayout" Target="../slideLayouts/slideLayout108.xml"/><Relationship Id="rId29" Type="http://schemas.openxmlformats.org/officeDocument/2006/relationships/slideLayout" Target="../slideLayouts/slideLayout117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24" Type="http://schemas.openxmlformats.org/officeDocument/2006/relationships/slideLayout" Target="../slideLayouts/slideLayout112.xml"/><Relationship Id="rId5" Type="http://schemas.openxmlformats.org/officeDocument/2006/relationships/slideLayout" Target="../slideLayouts/slideLayout93.xml"/><Relationship Id="rId15" Type="http://schemas.openxmlformats.org/officeDocument/2006/relationships/slideLayout" Target="../slideLayouts/slideLayout103.xml"/><Relationship Id="rId23" Type="http://schemas.openxmlformats.org/officeDocument/2006/relationships/slideLayout" Target="../slideLayouts/slideLayout111.xml"/><Relationship Id="rId28" Type="http://schemas.openxmlformats.org/officeDocument/2006/relationships/slideLayout" Target="../slideLayouts/slideLayout116.xml"/><Relationship Id="rId10" Type="http://schemas.openxmlformats.org/officeDocument/2006/relationships/slideLayout" Target="../slideLayouts/slideLayout98.xml"/><Relationship Id="rId19" Type="http://schemas.openxmlformats.org/officeDocument/2006/relationships/slideLayout" Target="../slideLayouts/slideLayout107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Relationship Id="rId14" Type="http://schemas.openxmlformats.org/officeDocument/2006/relationships/slideLayout" Target="../slideLayouts/slideLayout102.xml"/><Relationship Id="rId22" Type="http://schemas.openxmlformats.org/officeDocument/2006/relationships/slideLayout" Target="../slideLayouts/slideLayout110.xml"/><Relationship Id="rId27" Type="http://schemas.openxmlformats.org/officeDocument/2006/relationships/slideLayout" Target="../slideLayouts/slideLayout115.xml"/><Relationship Id="rId30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5.xml"/><Relationship Id="rId13" Type="http://schemas.openxmlformats.org/officeDocument/2006/relationships/slideLayout" Target="../slideLayouts/slideLayout130.xml"/><Relationship Id="rId18" Type="http://schemas.openxmlformats.org/officeDocument/2006/relationships/slideLayout" Target="../slideLayouts/slideLayout135.xml"/><Relationship Id="rId26" Type="http://schemas.openxmlformats.org/officeDocument/2006/relationships/slideLayout" Target="../slideLayouts/slideLayout143.xml"/><Relationship Id="rId3" Type="http://schemas.openxmlformats.org/officeDocument/2006/relationships/slideLayout" Target="../slideLayouts/slideLayout120.xml"/><Relationship Id="rId21" Type="http://schemas.openxmlformats.org/officeDocument/2006/relationships/slideLayout" Target="../slideLayouts/slideLayout138.xml"/><Relationship Id="rId7" Type="http://schemas.openxmlformats.org/officeDocument/2006/relationships/slideLayout" Target="../slideLayouts/slideLayout124.xml"/><Relationship Id="rId12" Type="http://schemas.openxmlformats.org/officeDocument/2006/relationships/slideLayout" Target="../slideLayouts/slideLayout129.xml"/><Relationship Id="rId17" Type="http://schemas.openxmlformats.org/officeDocument/2006/relationships/slideLayout" Target="../slideLayouts/slideLayout134.xml"/><Relationship Id="rId25" Type="http://schemas.openxmlformats.org/officeDocument/2006/relationships/slideLayout" Target="../slideLayouts/slideLayout142.xml"/><Relationship Id="rId2" Type="http://schemas.openxmlformats.org/officeDocument/2006/relationships/slideLayout" Target="../slideLayouts/slideLayout119.xml"/><Relationship Id="rId16" Type="http://schemas.openxmlformats.org/officeDocument/2006/relationships/slideLayout" Target="../slideLayouts/slideLayout133.xml"/><Relationship Id="rId20" Type="http://schemas.openxmlformats.org/officeDocument/2006/relationships/slideLayout" Target="../slideLayouts/slideLayout137.xml"/><Relationship Id="rId29" Type="http://schemas.openxmlformats.org/officeDocument/2006/relationships/slideLayout" Target="../slideLayouts/slideLayout146.xml"/><Relationship Id="rId1" Type="http://schemas.openxmlformats.org/officeDocument/2006/relationships/slideLayout" Target="../slideLayouts/slideLayout118.xml"/><Relationship Id="rId6" Type="http://schemas.openxmlformats.org/officeDocument/2006/relationships/slideLayout" Target="../slideLayouts/slideLayout123.xml"/><Relationship Id="rId11" Type="http://schemas.openxmlformats.org/officeDocument/2006/relationships/slideLayout" Target="../slideLayouts/slideLayout128.xml"/><Relationship Id="rId24" Type="http://schemas.openxmlformats.org/officeDocument/2006/relationships/slideLayout" Target="../slideLayouts/slideLayout141.xml"/><Relationship Id="rId5" Type="http://schemas.openxmlformats.org/officeDocument/2006/relationships/slideLayout" Target="../slideLayouts/slideLayout122.xml"/><Relationship Id="rId15" Type="http://schemas.openxmlformats.org/officeDocument/2006/relationships/slideLayout" Target="../slideLayouts/slideLayout132.xml"/><Relationship Id="rId23" Type="http://schemas.openxmlformats.org/officeDocument/2006/relationships/slideLayout" Target="../slideLayouts/slideLayout140.xml"/><Relationship Id="rId28" Type="http://schemas.openxmlformats.org/officeDocument/2006/relationships/slideLayout" Target="../slideLayouts/slideLayout145.xml"/><Relationship Id="rId10" Type="http://schemas.openxmlformats.org/officeDocument/2006/relationships/slideLayout" Target="../slideLayouts/slideLayout127.xml"/><Relationship Id="rId19" Type="http://schemas.openxmlformats.org/officeDocument/2006/relationships/slideLayout" Target="../slideLayouts/slideLayout136.xml"/><Relationship Id="rId4" Type="http://schemas.openxmlformats.org/officeDocument/2006/relationships/slideLayout" Target="../slideLayouts/slideLayout121.xml"/><Relationship Id="rId9" Type="http://schemas.openxmlformats.org/officeDocument/2006/relationships/slideLayout" Target="../slideLayouts/slideLayout126.xml"/><Relationship Id="rId14" Type="http://schemas.openxmlformats.org/officeDocument/2006/relationships/slideLayout" Target="../slideLayouts/slideLayout131.xml"/><Relationship Id="rId22" Type="http://schemas.openxmlformats.org/officeDocument/2006/relationships/slideLayout" Target="../slideLayouts/slideLayout139.xml"/><Relationship Id="rId27" Type="http://schemas.openxmlformats.org/officeDocument/2006/relationships/slideLayout" Target="../slideLayouts/slideLayout144.xml"/><Relationship Id="rId30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4.xml"/><Relationship Id="rId13" Type="http://schemas.openxmlformats.org/officeDocument/2006/relationships/slideLayout" Target="../slideLayouts/slideLayout159.xml"/><Relationship Id="rId18" Type="http://schemas.openxmlformats.org/officeDocument/2006/relationships/slideLayout" Target="../slideLayouts/slideLayout164.xml"/><Relationship Id="rId26" Type="http://schemas.openxmlformats.org/officeDocument/2006/relationships/slideLayout" Target="../slideLayouts/slideLayout172.xml"/><Relationship Id="rId3" Type="http://schemas.openxmlformats.org/officeDocument/2006/relationships/slideLayout" Target="../slideLayouts/slideLayout149.xml"/><Relationship Id="rId21" Type="http://schemas.openxmlformats.org/officeDocument/2006/relationships/slideLayout" Target="../slideLayouts/slideLayout167.xml"/><Relationship Id="rId7" Type="http://schemas.openxmlformats.org/officeDocument/2006/relationships/slideLayout" Target="../slideLayouts/slideLayout153.xml"/><Relationship Id="rId12" Type="http://schemas.openxmlformats.org/officeDocument/2006/relationships/slideLayout" Target="../slideLayouts/slideLayout158.xml"/><Relationship Id="rId17" Type="http://schemas.openxmlformats.org/officeDocument/2006/relationships/slideLayout" Target="../slideLayouts/slideLayout163.xml"/><Relationship Id="rId25" Type="http://schemas.openxmlformats.org/officeDocument/2006/relationships/slideLayout" Target="../slideLayouts/slideLayout171.xml"/><Relationship Id="rId2" Type="http://schemas.openxmlformats.org/officeDocument/2006/relationships/slideLayout" Target="../slideLayouts/slideLayout148.xml"/><Relationship Id="rId16" Type="http://schemas.openxmlformats.org/officeDocument/2006/relationships/slideLayout" Target="../slideLayouts/slideLayout162.xml"/><Relationship Id="rId20" Type="http://schemas.openxmlformats.org/officeDocument/2006/relationships/slideLayout" Target="../slideLayouts/slideLayout166.xml"/><Relationship Id="rId29" Type="http://schemas.openxmlformats.org/officeDocument/2006/relationships/slideLayout" Target="../slideLayouts/slideLayout175.xml"/><Relationship Id="rId1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52.xml"/><Relationship Id="rId11" Type="http://schemas.openxmlformats.org/officeDocument/2006/relationships/slideLayout" Target="../slideLayouts/slideLayout157.xml"/><Relationship Id="rId24" Type="http://schemas.openxmlformats.org/officeDocument/2006/relationships/slideLayout" Target="../slideLayouts/slideLayout170.xml"/><Relationship Id="rId5" Type="http://schemas.openxmlformats.org/officeDocument/2006/relationships/slideLayout" Target="../slideLayouts/slideLayout151.xml"/><Relationship Id="rId15" Type="http://schemas.openxmlformats.org/officeDocument/2006/relationships/slideLayout" Target="../slideLayouts/slideLayout161.xml"/><Relationship Id="rId23" Type="http://schemas.openxmlformats.org/officeDocument/2006/relationships/slideLayout" Target="../slideLayouts/slideLayout169.xml"/><Relationship Id="rId28" Type="http://schemas.openxmlformats.org/officeDocument/2006/relationships/slideLayout" Target="../slideLayouts/slideLayout174.xml"/><Relationship Id="rId10" Type="http://schemas.openxmlformats.org/officeDocument/2006/relationships/slideLayout" Target="../slideLayouts/slideLayout156.xml"/><Relationship Id="rId19" Type="http://schemas.openxmlformats.org/officeDocument/2006/relationships/slideLayout" Target="../slideLayouts/slideLayout165.xml"/><Relationship Id="rId4" Type="http://schemas.openxmlformats.org/officeDocument/2006/relationships/slideLayout" Target="../slideLayouts/slideLayout150.xml"/><Relationship Id="rId9" Type="http://schemas.openxmlformats.org/officeDocument/2006/relationships/slideLayout" Target="../slideLayouts/slideLayout155.xml"/><Relationship Id="rId14" Type="http://schemas.openxmlformats.org/officeDocument/2006/relationships/slideLayout" Target="../slideLayouts/slideLayout160.xml"/><Relationship Id="rId22" Type="http://schemas.openxmlformats.org/officeDocument/2006/relationships/slideLayout" Target="../slideLayouts/slideLayout168.xml"/><Relationship Id="rId27" Type="http://schemas.openxmlformats.org/officeDocument/2006/relationships/slideLayout" Target="../slideLayouts/slideLayout173.xml"/><Relationship Id="rId30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3.xml"/><Relationship Id="rId13" Type="http://schemas.openxmlformats.org/officeDocument/2006/relationships/slideLayout" Target="../slideLayouts/slideLayout188.xml"/><Relationship Id="rId18" Type="http://schemas.openxmlformats.org/officeDocument/2006/relationships/slideLayout" Target="../slideLayouts/slideLayout193.xml"/><Relationship Id="rId26" Type="http://schemas.openxmlformats.org/officeDocument/2006/relationships/slideLayout" Target="../slideLayouts/slideLayout201.xml"/><Relationship Id="rId3" Type="http://schemas.openxmlformats.org/officeDocument/2006/relationships/slideLayout" Target="../slideLayouts/slideLayout178.xml"/><Relationship Id="rId21" Type="http://schemas.openxmlformats.org/officeDocument/2006/relationships/slideLayout" Target="../slideLayouts/slideLayout196.xml"/><Relationship Id="rId7" Type="http://schemas.openxmlformats.org/officeDocument/2006/relationships/slideLayout" Target="../slideLayouts/slideLayout182.xml"/><Relationship Id="rId12" Type="http://schemas.openxmlformats.org/officeDocument/2006/relationships/slideLayout" Target="../slideLayouts/slideLayout187.xml"/><Relationship Id="rId17" Type="http://schemas.openxmlformats.org/officeDocument/2006/relationships/slideLayout" Target="../slideLayouts/slideLayout192.xml"/><Relationship Id="rId25" Type="http://schemas.openxmlformats.org/officeDocument/2006/relationships/slideLayout" Target="../slideLayouts/slideLayout200.xml"/><Relationship Id="rId2" Type="http://schemas.openxmlformats.org/officeDocument/2006/relationships/slideLayout" Target="../slideLayouts/slideLayout177.xml"/><Relationship Id="rId16" Type="http://schemas.openxmlformats.org/officeDocument/2006/relationships/slideLayout" Target="../slideLayouts/slideLayout191.xml"/><Relationship Id="rId20" Type="http://schemas.openxmlformats.org/officeDocument/2006/relationships/slideLayout" Target="../slideLayouts/slideLayout195.xml"/><Relationship Id="rId29" Type="http://schemas.openxmlformats.org/officeDocument/2006/relationships/slideLayout" Target="../slideLayouts/slideLayout204.xml"/><Relationship Id="rId1" Type="http://schemas.openxmlformats.org/officeDocument/2006/relationships/slideLayout" Target="../slideLayouts/slideLayout176.xml"/><Relationship Id="rId6" Type="http://schemas.openxmlformats.org/officeDocument/2006/relationships/slideLayout" Target="../slideLayouts/slideLayout181.xml"/><Relationship Id="rId11" Type="http://schemas.openxmlformats.org/officeDocument/2006/relationships/slideLayout" Target="../slideLayouts/slideLayout186.xml"/><Relationship Id="rId24" Type="http://schemas.openxmlformats.org/officeDocument/2006/relationships/slideLayout" Target="../slideLayouts/slideLayout199.xml"/><Relationship Id="rId5" Type="http://schemas.openxmlformats.org/officeDocument/2006/relationships/slideLayout" Target="../slideLayouts/slideLayout180.xml"/><Relationship Id="rId15" Type="http://schemas.openxmlformats.org/officeDocument/2006/relationships/slideLayout" Target="../slideLayouts/slideLayout190.xml"/><Relationship Id="rId23" Type="http://schemas.openxmlformats.org/officeDocument/2006/relationships/slideLayout" Target="../slideLayouts/slideLayout198.xml"/><Relationship Id="rId28" Type="http://schemas.openxmlformats.org/officeDocument/2006/relationships/slideLayout" Target="../slideLayouts/slideLayout203.xml"/><Relationship Id="rId10" Type="http://schemas.openxmlformats.org/officeDocument/2006/relationships/slideLayout" Target="../slideLayouts/slideLayout185.xml"/><Relationship Id="rId19" Type="http://schemas.openxmlformats.org/officeDocument/2006/relationships/slideLayout" Target="../slideLayouts/slideLayout194.xml"/><Relationship Id="rId4" Type="http://schemas.openxmlformats.org/officeDocument/2006/relationships/slideLayout" Target="../slideLayouts/slideLayout179.xml"/><Relationship Id="rId9" Type="http://schemas.openxmlformats.org/officeDocument/2006/relationships/slideLayout" Target="../slideLayouts/slideLayout184.xml"/><Relationship Id="rId14" Type="http://schemas.openxmlformats.org/officeDocument/2006/relationships/slideLayout" Target="../slideLayouts/slideLayout189.xml"/><Relationship Id="rId22" Type="http://schemas.openxmlformats.org/officeDocument/2006/relationships/slideLayout" Target="../slideLayouts/slideLayout197.xml"/><Relationship Id="rId27" Type="http://schemas.openxmlformats.org/officeDocument/2006/relationships/slideLayout" Target="../slideLayouts/slideLayout202.xml"/><Relationship Id="rId30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2.xml"/><Relationship Id="rId13" Type="http://schemas.openxmlformats.org/officeDocument/2006/relationships/slideLayout" Target="../slideLayouts/slideLayout217.xml"/><Relationship Id="rId18" Type="http://schemas.openxmlformats.org/officeDocument/2006/relationships/slideLayout" Target="../slideLayouts/slideLayout222.xml"/><Relationship Id="rId26" Type="http://schemas.openxmlformats.org/officeDocument/2006/relationships/slideLayout" Target="../slideLayouts/slideLayout230.xml"/><Relationship Id="rId3" Type="http://schemas.openxmlformats.org/officeDocument/2006/relationships/slideLayout" Target="../slideLayouts/slideLayout207.xml"/><Relationship Id="rId21" Type="http://schemas.openxmlformats.org/officeDocument/2006/relationships/slideLayout" Target="../slideLayouts/slideLayout225.xml"/><Relationship Id="rId7" Type="http://schemas.openxmlformats.org/officeDocument/2006/relationships/slideLayout" Target="../slideLayouts/slideLayout211.xml"/><Relationship Id="rId12" Type="http://schemas.openxmlformats.org/officeDocument/2006/relationships/slideLayout" Target="../slideLayouts/slideLayout216.xml"/><Relationship Id="rId17" Type="http://schemas.openxmlformats.org/officeDocument/2006/relationships/slideLayout" Target="../slideLayouts/slideLayout221.xml"/><Relationship Id="rId25" Type="http://schemas.openxmlformats.org/officeDocument/2006/relationships/slideLayout" Target="../slideLayouts/slideLayout229.xml"/><Relationship Id="rId2" Type="http://schemas.openxmlformats.org/officeDocument/2006/relationships/slideLayout" Target="../slideLayouts/slideLayout206.xml"/><Relationship Id="rId16" Type="http://schemas.openxmlformats.org/officeDocument/2006/relationships/slideLayout" Target="../slideLayouts/slideLayout220.xml"/><Relationship Id="rId20" Type="http://schemas.openxmlformats.org/officeDocument/2006/relationships/slideLayout" Target="../slideLayouts/slideLayout224.xml"/><Relationship Id="rId29" Type="http://schemas.openxmlformats.org/officeDocument/2006/relationships/slideLayout" Target="../slideLayouts/slideLayout233.xml"/><Relationship Id="rId1" Type="http://schemas.openxmlformats.org/officeDocument/2006/relationships/slideLayout" Target="../slideLayouts/slideLayout205.xml"/><Relationship Id="rId6" Type="http://schemas.openxmlformats.org/officeDocument/2006/relationships/slideLayout" Target="../slideLayouts/slideLayout210.xml"/><Relationship Id="rId11" Type="http://schemas.openxmlformats.org/officeDocument/2006/relationships/slideLayout" Target="../slideLayouts/slideLayout215.xml"/><Relationship Id="rId24" Type="http://schemas.openxmlformats.org/officeDocument/2006/relationships/slideLayout" Target="../slideLayouts/slideLayout228.xml"/><Relationship Id="rId5" Type="http://schemas.openxmlformats.org/officeDocument/2006/relationships/slideLayout" Target="../slideLayouts/slideLayout209.xml"/><Relationship Id="rId15" Type="http://schemas.openxmlformats.org/officeDocument/2006/relationships/slideLayout" Target="../slideLayouts/slideLayout219.xml"/><Relationship Id="rId23" Type="http://schemas.openxmlformats.org/officeDocument/2006/relationships/slideLayout" Target="../slideLayouts/slideLayout227.xml"/><Relationship Id="rId28" Type="http://schemas.openxmlformats.org/officeDocument/2006/relationships/slideLayout" Target="../slideLayouts/slideLayout232.xml"/><Relationship Id="rId10" Type="http://schemas.openxmlformats.org/officeDocument/2006/relationships/slideLayout" Target="../slideLayouts/slideLayout214.xml"/><Relationship Id="rId19" Type="http://schemas.openxmlformats.org/officeDocument/2006/relationships/slideLayout" Target="../slideLayouts/slideLayout223.xml"/><Relationship Id="rId4" Type="http://schemas.openxmlformats.org/officeDocument/2006/relationships/slideLayout" Target="../slideLayouts/slideLayout208.xml"/><Relationship Id="rId9" Type="http://schemas.openxmlformats.org/officeDocument/2006/relationships/slideLayout" Target="../slideLayouts/slideLayout213.xml"/><Relationship Id="rId14" Type="http://schemas.openxmlformats.org/officeDocument/2006/relationships/slideLayout" Target="../slideLayouts/slideLayout218.xml"/><Relationship Id="rId22" Type="http://schemas.openxmlformats.org/officeDocument/2006/relationships/slideLayout" Target="../slideLayouts/slideLayout226.xml"/><Relationship Id="rId27" Type="http://schemas.openxmlformats.org/officeDocument/2006/relationships/slideLayout" Target="../slideLayouts/slideLayout231.xml"/><Relationship Id="rId30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1.xml"/><Relationship Id="rId13" Type="http://schemas.openxmlformats.org/officeDocument/2006/relationships/slideLayout" Target="../slideLayouts/slideLayout246.xml"/><Relationship Id="rId18" Type="http://schemas.openxmlformats.org/officeDocument/2006/relationships/slideLayout" Target="../slideLayouts/slideLayout251.xml"/><Relationship Id="rId26" Type="http://schemas.openxmlformats.org/officeDocument/2006/relationships/slideLayout" Target="../slideLayouts/slideLayout259.xml"/><Relationship Id="rId3" Type="http://schemas.openxmlformats.org/officeDocument/2006/relationships/slideLayout" Target="../slideLayouts/slideLayout236.xml"/><Relationship Id="rId21" Type="http://schemas.openxmlformats.org/officeDocument/2006/relationships/slideLayout" Target="../slideLayouts/slideLayout254.xml"/><Relationship Id="rId7" Type="http://schemas.openxmlformats.org/officeDocument/2006/relationships/slideLayout" Target="../slideLayouts/slideLayout240.xml"/><Relationship Id="rId12" Type="http://schemas.openxmlformats.org/officeDocument/2006/relationships/slideLayout" Target="../slideLayouts/slideLayout245.xml"/><Relationship Id="rId17" Type="http://schemas.openxmlformats.org/officeDocument/2006/relationships/slideLayout" Target="../slideLayouts/slideLayout250.xml"/><Relationship Id="rId25" Type="http://schemas.openxmlformats.org/officeDocument/2006/relationships/slideLayout" Target="../slideLayouts/slideLayout258.xml"/><Relationship Id="rId2" Type="http://schemas.openxmlformats.org/officeDocument/2006/relationships/slideLayout" Target="../slideLayouts/slideLayout235.xml"/><Relationship Id="rId16" Type="http://schemas.openxmlformats.org/officeDocument/2006/relationships/slideLayout" Target="../slideLayouts/slideLayout249.xml"/><Relationship Id="rId20" Type="http://schemas.openxmlformats.org/officeDocument/2006/relationships/slideLayout" Target="../slideLayouts/slideLayout253.xml"/><Relationship Id="rId29" Type="http://schemas.openxmlformats.org/officeDocument/2006/relationships/slideLayout" Target="../slideLayouts/slideLayout262.xml"/><Relationship Id="rId1" Type="http://schemas.openxmlformats.org/officeDocument/2006/relationships/slideLayout" Target="../slideLayouts/slideLayout234.xml"/><Relationship Id="rId6" Type="http://schemas.openxmlformats.org/officeDocument/2006/relationships/slideLayout" Target="../slideLayouts/slideLayout239.xml"/><Relationship Id="rId11" Type="http://schemas.openxmlformats.org/officeDocument/2006/relationships/slideLayout" Target="../slideLayouts/slideLayout244.xml"/><Relationship Id="rId24" Type="http://schemas.openxmlformats.org/officeDocument/2006/relationships/slideLayout" Target="../slideLayouts/slideLayout257.xml"/><Relationship Id="rId5" Type="http://schemas.openxmlformats.org/officeDocument/2006/relationships/slideLayout" Target="../slideLayouts/slideLayout238.xml"/><Relationship Id="rId15" Type="http://schemas.openxmlformats.org/officeDocument/2006/relationships/slideLayout" Target="../slideLayouts/slideLayout248.xml"/><Relationship Id="rId23" Type="http://schemas.openxmlformats.org/officeDocument/2006/relationships/slideLayout" Target="../slideLayouts/slideLayout256.xml"/><Relationship Id="rId28" Type="http://schemas.openxmlformats.org/officeDocument/2006/relationships/slideLayout" Target="../slideLayouts/slideLayout261.xml"/><Relationship Id="rId10" Type="http://schemas.openxmlformats.org/officeDocument/2006/relationships/slideLayout" Target="../slideLayouts/slideLayout243.xml"/><Relationship Id="rId19" Type="http://schemas.openxmlformats.org/officeDocument/2006/relationships/slideLayout" Target="../slideLayouts/slideLayout252.xml"/><Relationship Id="rId4" Type="http://schemas.openxmlformats.org/officeDocument/2006/relationships/slideLayout" Target="../slideLayouts/slideLayout237.xml"/><Relationship Id="rId9" Type="http://schemas.openxmlformats.org/officeDocument/2006/relationships/slideLayout" Target="../slideLayouts/slideLayout242.xml"/><Relationship Id="rId14" Type="http://schemas.openxmlformats.org/officeDocument/2006/relationships/slideLayout" Target="../slideLayouts/slideLayout247.xml"/><Relationship Id="rId22" Type="http://schemas.openxmlformats.org/officeDocument/2006/relationships/slideLayout" Target="../slideLayouts/slideLayout255.xml"/><Relationship Id="rId27" Type="http://schemas.openxmlformats.org/officeDocument/2006/relationships/slideLayout" Target="../slideLayouts/slideLayout260.xml"/><Relationship Id="rId30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0.xml"/><Relationship Id="rId13" Type="http://schemas.openxmlformats.org/officeDocument/2006/relationships/slideLayout" Target="../slideLayouts/slideLayout275.xml"/><Relationship Id="rId18" Type="http://schemas.openxmlformats.org/officeDocument/2006/relationships/slideLayout" Target="../slideLayouts/slideLayout280.xml"/><Relationship Id="rId26" Type="http://schemas.openxmlformats.org/officeDocument/2006/relationships/slideLayout" Target="../slideLayouts/slideLayout288.xml"/><Relationship Id="rId3" Type="http://schemas.openxmlformats.org/officeDocument/2006/relationships/slideLayout" Target="../slideLayouts/slideLayout265.xml"/><Relationship Id="rId21" Type="http://schemas.openxmlformats.org/officeDocument/2006/relationships/slideLayout" Target="../slideLayouts/slideLayout283.xml"/><Relationship Id="rId7" Type="http://schemas.openxmlformats.org/officeDocument/2006/relationships/slideLayout" Target="../slideLayouts/slideLayout269.xml"/><Relationship Id="rId12" Type="http://schemas.openxmlformats.org/officeDocument/2006/relationships/slideLayout" Target="../slideLayouts/slideLayout274.xml"/><Relationship Id="rId17" Type="http://schemas.openxmlformats.org/officeDocument/2006/relationships/slideLayout" Target="../slideLayouts/slideLayout279.xml"/><Relationship Id="rId25" Type="http://schemas.openxmlformats.org/officeDocument/2006/relationships/slideLayout" Target="../slideLayouts/slideLayout287.xml"/><Relationship Id="rId2" Type="http://schemas.openxmlformats.org/officeDocument/2006/relationships/slideLayout" Target="../slideLayouts/slideLayout264.xml"/><Relationship Id="rId16" Type="http://schemas.openxmlformats.org/officeDocument/2006/relationships/slideLayout" Target="../slideLayouts/slideLayout278.xml"/><Relationship Id="rId20" Type="http://schemas.openxmlformats.org/officeDocument/2006/relationships/slideLayout" Target="../slideLayouts/slideLayout282.xml"/><Relationship Id="rId29" Type="http://schemas.openxmlformats.org/officeDocument/2006/relationships/slideLayout" Target="../slideLayouts/slideLayout291.xml"/><Relationship Id="rId1" Type="http://schemas.openxmlformats.org/officeDocument/2006/relationships/slideLayout" Target="../slideLayouts/slideLayout263.xml"/><Relationship Id="rId6" Type="http://schemas.openxmlformats.org/officeDocument/2006/relationships/slideLayout" Target="../slideLayouts/slideLayout268.xml"/><Relationship Id="rId11" Type="http://schemas.openxmlformats.org/officeDocument/2006/relationships/slideLayout" Target="../slideLayouts/slideLayout273.xml"/><Relationship Id="rId24" Type="http://schemas.openxmlformats.org/officeDocument/2006/relationships/slideLayout" Target="../slideLayouts/slideLayout286.xml"/><Relationship Id="rId5" Type="http://schemas.openxmlformats.org/officeDocument/2006/relationships/slideLayout" Target="../slideLayouts/slideLayout267.xml"/><Relationship Id="rId15" Type="http://schemas.openxmlformats.org/officeDocument/2006/relationships/slideLayout" Target="../slideLayouts/slideLayout277.xml"/><Relationship Id="rId23" Type="http://schemas.openxmlformats.org/officeDocument/2006/relationships/slideLayout" Target="../slideLayouts/slideLayout285.xml"/><Relationship Id="rId28" Type="http://schemas.openxmlformats.org/officeDocument/2006/relationships/slideLayout" Target="../slideLayouts/slideLayout290.xml"/><Relationship Id="rId10" Type="http://schemas.openxmlformats.org/officeDocument/2006/relationships/slideLayout" Target="../slideLayouts/slideLayout272.xml"/><Relationship Id="rId19" Type="http://schemas.openxmlformats.org/officeDocument/2006/relationships/slideLayout" Target="../slideLayouts/slideLayout281.xml"/><Relationship Id="rId4" Type="http://schemas.openxmlformats.org/officeDocument/2006/relationships/slideLayout" Target="../slideLayouts/slideLayout266.xml"/><Relationship Id="rId9" Type="http://schemas.openxmlformats.org/officeDocument/2006/relationships/slideLayout" Target="../slideLayouts/slideLayout271.xml"/><Relationship Id="rId14" Type="http://schemas.openxmlformats.org/officeDocument/2006/relationships/slideLayout" Target="../slideLayouts/slideLayout276.xml"/><Relationship Id="rId22" Type="http://schemas.openxmlformats.org/officeDocument/2006/relationships/slideLayout" Target="../slideLayouts/slideLayout284.xml"/><Relationship Id="rId27" Type="http://schemas.openxmlformats.org/officeDocument/2006/relationships/slideLayout" Target="../slideLayouts/slideLayout289.xml"/><Relationship Id="rId30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9.xml"/><Relationship Id="rId13" Type="http://schemas.openxmlformats.org/officeDocument/2006/relationships/slideLayout" Target="../slideLayouts/slideLayout304.xml"/><Relationship Id="rId18" Type="http://schemas.openxmlformats.org/officeDocument/2006/relationships/slideLayout" Target="../slideLayouts/slideLayout309.xml"/><Relationship Id="rId26" Type="http://schemas.openxmlformats.org/officeDocument/2006/relationships/slideLayout" Target="../slideLayouts/slideLayout317.xml"/><Relationship Id="rId3" Type="http://schemas.openxmlformats.org/officeDocument/2006/relationships/slideLayout" Target="../slideLayouts/slideLayout294.xml"/><Relationship Id="rId21" Type="http://schemas.openxmlformats.org/officeDocument/2006/relationships/slideLayout" Target="../slideLayouts/slideLayout312.xml"/><Relationship Id="rId7" Type="http://schemas.openxmlformats.org/officeDocument/2006/relationships/slideLayout" Target="../slideLayouts/slideLayout298.xml"/><Relationship Id="rId12" Type="http://schemas.openxmlformats.org/officeDocument/2006/relationships/slideLayout" Target="../slideLayouts/slideLayout303.xml"/><Relationship Id="rId17" Type="http://schemas.openxmlformats.org/officeDocument/2006/relationships/slideLayout" Target="../slideLayouts/slideLayout308.xml"/><Relationship Id="rId25" Type="http://schemas.openxmlformats.org/officeDocument/2006/relationships/slideLayout" Target="../slideLayouts/slideLayout316.xml"/><Relationship Id="rId2" Type="http://schemas.openxmlformats.org/officeDocument/2006/relationships/slideLayout" Target="../slideLayouts/slideLayout293.xml"/><Relationship Id="rId16" Type="http://schemas.openxmlformats.org/officeDocument/2006/relationships/slideLayout" Target="../slideLayouts/slideLayout307.xml"/><Relationship Id="rId20" Type="http://schemas.openxmlformats.org/officeDocument/2006/relationships/slideLayout" Target="../slideLayouts/slideLayout311.xml"/><Relationship Id="rId29" Type="http://schemas.openxmlformats.org/officeDocument/2006/relationships/slideLayout" Target="../slideLayouts/slideLayout320.xml"/><Relationship Id="rId1" Type="http://schemas.openxmlformats.org/officeDocument/2006/relationships/slideLayout" Target="../slideLayouts/slideLayout292.xml"/><Relationship Id="rId6" Type="http://schemas.openxmlformats.org/officeDocument/2006/relationships/slideLayout" Target="../slideLayouts/slideLayout297.xml"/><Relationship Id="rId11" Type="http://schemas.openxmlformats.org/officeDocument/2006/relationships/slideLayout" Target="../slideLayouts/slideLayout302.xml"/><Relationship Id="rId24" Type="http://schemas.openxmlformats.org/officeDocument/2006/relationships/slideLayout" Target="../slideLayouts/slideLayout315.xml"/><Relationship Id="rId5" Type="http://schemas.openxmlformats.org/officeDocument/2006/relationships/slideLayout" Target="../slideLayouts/slideLayout296.xml"/><Relationship Id="rId15" Type="http://schemas.openxmlformats.org/officeDocument/2006/relationships/slideLayout" Target="../slideLayouts/slideLayout306.xml"/><Relationship Id="rId23" Type="http://schemas.openxmlformats.org/officeDocument/2006/relationships/slideLayout" Target="../slideLayouts/slideLayout314.xml"/><Relationship Id="rId28" Type="http://schemas.openxmlformats.org/officeDocument/2006/relationships/slideLayout" Target="../slideLayouts/slideLayout319.xml"/><Relationship Id="rId10" Type="http://schemas.openxmlformats.org/officeDocument/2006/relationships/slideLayout" Target="../slideLayouts/slideLayout301.xml"/><Relationship Id="rId19" Type="http://schemas.openxmlformats.org/officeDocument/2006/relationships/slideLayout" Target="../slideLayouts/slideLayout310.xml"/><Relationship Id="rId4" Type="http://schemas.openxmlformats.org/officeDocument/2006/relationships/slideLayout" Target="../slideLayouts/slideLayout295.xml"/><Relationship Id="rId9" Type="http://schemas.openxmlformats.org/officeDocument/2006/relationships/slideLayout" Target="../slideLayouts/slideLayout300.xml"/><Relationship Id="rId14" Type="http://schemas.openxmlformats.org/officeDocument/2006/relationships/slideLayout" Target="../slideLayouts/slideLayout305.xml"/><Relationship Id="rId22" Type="http://schemas.openxmlformats.org/officeDocument/2006/relationships/slideLayout" Target="../slideLayouts/slideLayout313.xml"/><Relationship Id="rId27" Type="http://schemas.openxmlformats.org/officeDocument/2006/relationships/slideLayout" Target="../slideLayouts/slideLayout318.xml"/><Relationship Id="rId30" Type="http://schemas.openxmlformats.org/officeDocument/2006/relationships/theme" Target="../theme/theme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2569" y="6400800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9475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</p:sldLayoutIdLst>
  <p:transition spd="med"/>
  <p:txStyles>
    <p:titleStyle>
      <a:lvl1pPr algn="ctr" defTabSz="1218987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90427" indent="-380933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523733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2133227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742720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0">
          <p15:clr>
            <a:srgbClr val="F26B43"/>
          </p15:clr>
        </p15:guide>
        <p15:guide id="2" pos="6719">
          <p15:clr>
            <a:srgbClr val="F26B43"/>
          </p15:clr>
        </p15:guide>
        <p15:guide id="3" orient="horz" pos="2880">
          <p15:clr>
            <a:srgbClr val="F26B43"/>
          </p15:clr>
        </p15:guide>
        <p15:guide id="4" pos="3839">
          <p15:clr>
            <a:srgbClr val="F26B43"/>
          </p15:clr>
        </p15:guide>
        <p15:guide id="5" pos="5279">
          <p15:clr>
            <a:srgbClr val="F26B43"/>
          </p15:clr>
        </p15:guide>
        <p15:guide id="6" pos="2399">
          <p15:clr>
            <a:srgbClr val="F26B43"/>
          </p15:clr>
        </p15:guide>
        <p15:guide id="7" pos="959">
          <p15:clr>
            <a:srgbClr val="F26B43"/>
          </p15:clr>
        </p15:guide>
        <p15:guide id="8" pos="7199">
          <p15:clr>
            <a:srgbClr val="FDE53C"/>
          </p15:clr>
        </p15:guide>
        <p15:guide id="9" pos="6239">
          <p15:clr>
            <a:srgbClr val="FDE53C"/>
          </p15:clr>
        </p15:guide>
        <p15:guide id="10" pos="5759">
          <p15:clr>
            <a:srgbClr val="FDE53C"/>
          </p15:clr>
        </p15:guide>
        <p15:guide id="11" pos="4319">
          <p15:clr>
            <a:srgbClr val="FDE53C"/>
          </p15:clr>
        </p15:guide>
        <p15:guide id="12" pos="4799">
          <p15:clr>
            <a:srgbClr val="FDE53C"/>
          </p15:clr>
        </p15:guide>
        <p15:guide id="13" pos="3335">
          <p15:clr>
            <a:srgbClr val="FDE53C"/>
          </p15:clr>
        </p15:guide>
        <p15:guide id="14" pos="2879">
          <p15:clr>
            <a:srgbClr val="FDE53C"/>
          </p15:clr>
        </p15:guide>
        <p15:guide id="15" pos="1919">
          <p15:clr>
            <a:srgbClr val="FDE53C"/>
          </p15:clr>
        </p15:guide>
        <p15:guide id="16" pos="1439">
          <p15:clr>
            <a:srgbClr val="FDE53C"/>
          </p15:clr>
        </p15:guide>
        <p15:guide id="17" pos="479">
          <p15:clr>
            <a:srgbClr val="FDE53C"/>
          </p15:clr>
        </p15:guide>
        <p15:guide id="18" orient="horz" pos="960">
          <p15:clr>
            <a:srgbClr val="FDE53C"/>
          </p15:clr>
        </p15:guide>
        <p15:guide id="19" orient="horz" pos="480">
          <p15:clr>
            <a:srgbClr val="FDE53C"/>
          </p15:clr>
        </p15:guide>
        <p15:guide id="20" orient="horz" pos="1920">
          <p15:clr>
            <a:srgbClr val="FDE53C"/>
          </p15:clr>
        </p15:guide>
        <p15:guide id="21" orient="horz" pos="2400">
          <p15:clr>
            <a:srgbClr val="FDE53C"/>
          </p15:clr>
        </p15:guide>
        <p15:guide id="22" orient="horz" pos="3360">
          <p15:clr>
            <a:srgbClr val="FDE53C"/>
          </p15:clr>
        </p15:guide>
        <p15:guide id="23" orient="horz" pos="3840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2569" y="6400800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370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  <p:sldLayoutId id="2147483714" r:id="rId22"/>
    <p:sldLayoutId id="2147483715" r:id="rId23"/>
    <p:sldLayoutId id="2147483716" r:id="rId24"/>
    <p:sldLayoutId id="2147483717" r:id="rId25"/>
    <p:sldLayoutId id="2147483718" r:id="rId26"/>
    <p:sldLayoutId id="2147483719" r:id="rId27"/>
    <p:sldLayoutId id="2147483720" r:id="rId28"/>
    <p:sldLayoutId id="2147483721" r:id="rId29"/>
  </p:sldLayoutIdLst>
  <p:transition spd="med"/>
  <p:txStyles>
    <p:titleStyle>
      <a:lvl1pPr algn="ctr" defTabSz="1218987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90427" indent="-380933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523733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2133227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742720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0">
          <p15:clr>
            <a:srgbClr val="F26B43"/>
          </p15:clr>
        </p15:guide>
        <p15:guide id="2" pos="6719">
          <p15:clr>
            <a:srgbClr val="F26B43"/>
          </p15:clr>
        </p15:guide>
        <p15:guide id="3" orient="horz" pos="2880">
          <p15:clr>
            <a:srgbClr val="F26B43"/>
          </p15:clr>
        </p15:guide>
        <p15:guide id="4" pos="3839">
          <p15:clr>
            <a:srgbClr val="F26B43"/>
          </p15:clr>
        </p15:guide>
        <p15:guide id="5" pos="5279">
          <p15:clr>
            <a:srgbClr val="F26B43"/>
          </p15:clr>
        </p15:guide>
        <p15:guide id="6" pos="2399">
          <p15:clr>
            <a:srgbClr val="F26B43"/>
          </p15:clr>
        </p15:guide>
        <p15:guide id="7" pos="959">
          <p15:clr>
            <a:srgbClr val="F26B43"/>
          </p15:clr>
        </p15:guide>
        <p15:guide id="8" pos="7199">
          <p15:clr>
            <a:srgbClr val="FDE53C"/>
          </p15:clr>
        </p15:guide>
        <p15:guide id="9" pos="6239">
          <p15:clr>
            <a:srgbClr val="FDE53C"/>
          </p15:clr>
        </p15:guide>
        <p15:guide id="10" pos="5759">
          <p15:clr>
            <a:srgbClr val="FDE53C"/>
          </p15:clr>
        </p15:guide>
        <p15:guide id="11" pos="4319">
          <p15:clr>
            <a:srgbClr val="FDE53C"/>
          </p15:clr>
        </p15:guide>
        <p15:guide id="12" pos="4799">
          <p15:clr>
            <a:srgbClr val="FDE53C"/>
          </p15:clr>
        </p15:guide>
        <p15:guide id="13" pos="3335">
          <p15:clr>
            <a:srgbClr val="FDE53C"/>
          </p15:clr>
        </p15:guide>
        <p15:guide id="14" pos="2879">
          <p15:clr>
            <a:srgbClr val="FDE53C"/>
          </p15:clr>
        </p15:guide>
        <p15:guide id="15" pos="1919">
          <p15:clr>
            <a:srgbClr val="FDE53C"/>
          </p15:clr>
        </p15:guide>
        <p15:guide id="16" pos="1439">
          <p15:clr>
            <a:srgbClr val="FDE53C"/>
          </p15:clr>
        </p15:guide>
        <p15:guide id="17" pos="479">
          <p15:clr>
            <a:srgbClr val="FDE53C"/>
          </p15:clr>
        </p15:guide>
        <p15:guide id="18" orient="horz" pos="960">
          <p15:clr>
            <a:srgbClr val="FDE53C"/>
          </p15:clr>
        </p15:guide>
        <p15:guide id="19" orient="horz" pos="480">
          <p15:clr>
            <a:srgbClr val="FDE53C"/>
          </p15:clr>
        </p15:guide>
        <p15:guide id="20" orient="horz" pos="1920">
          <p15:clr>
            <a:srgbClr val="FDE53C"/>
          </p15:clr>
        </p15:guide>
        <p15:guide id="21" orient="horz" pos="2400">
          <p15:clr>
            <a:srgbClr val="FDE53C"/>
          </p15:clr>
        </p15:guide>
        <p15:guide id="22" orient="horz" pos="3360">
          <p15:clr>
            <a:srgbClr val="FDE53C"/>
          </p15:clr>
        </p15:guide>
        <p15:guide id="23" orient="horz" pos="3840">
          <p15:clr>
            <a:srgbClr val="FDE53C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2569" y="6400800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9312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  <p:sldLayoutId id="2147483736" r:id="rId14"/>
    <p:sldLayoutId id="2147483737" r:id="rId15"/>
    <p:sldLayoutId id="2147483738" r:id="rId16"/>
    <p:sldLayoutId id="2147483739" r:id="rId17"/>
    <p:sldLayoutId id="2147483740" r:id="rId18"/>
    <p:sldLayoutId id="2147483741" r:id="rId19"/>
    <p:sldLayoutId id="2147483742" r:id="rId20"/>
    <p:sldLayoutId id="2147483743" r:id="rId21"/>
    <p:sldLayoutId id="2147483744" r:id="rId22"/>
    <p:sldLayoutId id="2147483745" r:id="rId23"/>
    <p:sldLayoutId id="2147483746" r:id="rId24"/>
    <p:sldLayoutId id="2147483747" r:id="rId25"/>
    <p:sldLayoutId id="2147483748" r:id="rId26"/>
    <p:sldLayoutId id="2147483749" r:id="rId27"/>
    <p:sldLayoutId id="2147483750" r:id="rId28"/>
    <p:sldLayoutId id="2147483751" r:id="rId29"/>
  </p:sldLayoutIdLst>
  <p:transition spd="med"/>
  <p:txStyles>
    <p:titleStyle>
      <a:lvl1pPr algn="ctr" defTabSz="1218987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90427" indent="-380933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523733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2133227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742720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0">
          <p15:clr>
            <a:srgbClr val="F26B43"/>
          </p15:clr>
        </p15:guide>
        <p15:guide id="2" pos="6719">
          <p15:clr>
            <a:srgbClr val="F26B43"/>
          </p15:clr>
        </p15:guide>
        <p15:guide id="3" orient="horz" pos="2880">
          <p15:clr>
            <a:srgbClr val="F26B43"/>
          </p15:clr>
        </p15:guide>
        <p15:guide id="4" pos="3839">
          <p15:clr>
            <a:srgbClr val="F26B43"/>
          </p15:clr>
        </p15:guide>
        <p15:guide id="5" pos="5279">
          <p15:clr>
            <a:srgbClr val="F26B43"/>
          </p15:clr>
        </p15:guide>
        <p15:guide id="6" pos="2399">
          <p15:clr>
            <a:srgbClr val="F26B43"/>
          </p15:clr>
        </p15:guide>
        <p15:guide id="7" pos="959">
          <p15:clr>
            <a:srgbClr val="F26B43"/>
          </p15:clr>
        </p15:guide>
        <p15:guide id="8" pos="7199">
          <p15:clr>
            <a:srgbClr val="FDE53C"/>
          </p15:clr>
        </p15:guide>
        <p15:guide id="9" pos="6239">
          <p15:clr>
            <a:srgbClr val="FDE53C"/>
          </p15:clr>
        </p15:guide>
        <p15:guide id="10" pos="5759">
          <p15:clr>
            <a:srgbClr val="FDE53C"/>
          </p15:clr>
        </p15:guide>
        <p15:guide id="11" pos="4319">
          <p15:clr>
            <a:srgbClr val="FDE53C"/>
          </p15:clr>
        </p15:guide>
        <p15:guide id="12" pos="4799">
          <p15:clr>
            <a:srgbClr val="FDE53C"/>
          </p15:clr>
        </p15:guide>
        <p15:guide id="13" pos="3335">
          <p15:clr>
            <a:srgbClr val="FDE53C"/>
          </p15:clr>
        </p15:guide>
        <p15:guide id="14" pos="2879">
          <p15:clr>
            <a:srgbClr val="FDE53C"/>
          </p15:clr>
        </p15:guide>
        <p15:guide id="15" pos="1919">
          <p15:clr>
            <a:srgbClr val="FDE53C"/>
          </p15:clr>
        </p15:guide>
        <p15:guide id="16" pos="1439">
          <p15:clr>
            <a:srgbClr val="FDE53C"/>
          </p15:clr>
        </p15:guide>
        <p15:guide id="17" pos="479">
          <p15:clr>
            <a:srgbClr val="FDE53C"/>
          </p15:clr>
        </p15:guide>
        <p15:guide id="18" orient="horz" pos="960">
          <p15:clr>
            <a:srgbClr val="FDE53C"/>
          </p15:clr>
        </p15:guide>
        <p15:guide id="19" orient="horz" pos="480">
          <p15:clr>
            <a:srgbClr val="FDE53C"/>
          </p15:clr>
        </p15:guide>
        <p15:guide id="20" orient="horz" pos="1920">
          <p15:clr>
            <a:srgbClr val="FDE53C"/>
          </p15:clr>
        </p15:guide>
        <p15:guide id="21" orient="horz" pos="2400">
          <p15:clr>
            <a:srgbClr val="FDE53C"/>
          </p15:clr>
        </p15:guide>
        <p15:guide id="22" orient="horz" pos="3360">
          <p15:clr>
            <a:srgbClr val="FDE53C"/>
          </p15:clr>
        </p15:guide>
        <p15:guide id="23" orient="horz" pos="3840">
          <p15:clr>
            <a:srgbClr val="FDE53C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2569" y="6400800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4863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  <p:sldLayoutId id="2147483765" r:id="rId13"/>
    <p:sldLayoutId id="2147483766" r:id="rId14"/>
    <p:sldLayoutId id="2147483767" r:id="rId15"/>
    <p:sldLayoutId id="2147483768" r:id="rId16"/>
    <p:sldLayoutId id="2147483769" r:id="rId17"/>
    <p:sldLayoutId id="2147483770" r:id="rId18"/>
    <p:sldLayoutId id="2147483771" r:id="rId19"/>
    <p:sldLayoutId id="2147483772" r:id="rId20"/>
    <p:sldLayoutId id="2147483773" r:id="rId21"/>
    <p:sldLayoutId id="2147483774" r:id="rId22"/>
    <p:sldLayoutId id="2147483775" r:id="rId23"/>
    <p:sldLayoutId id="2147483776" r:id="rId24"/>
    <p:sldLayoutId id="2147483777" r:id="rId25"/>
    <p:sldLayoutId id="2147483778" r:id="rId26"/>
    <p:sldLayoutId id="2147483779" r:id="rId27"/>
    <p:sldLayoutId id="2147483780" r:id="rId28"/>
    <p:sldLayoutId id="2147483781" r:id="rId29"/>
  </p:sldLayoutIdLst>
  <p:transition spd="med"/>
  <p:txStyles>
    <p:titleStyle>
      <a:lvl1pPr algn="ctr" defTabSz="1218987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90427" indent="-380933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523733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2133227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742720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0">
          <p15:clr>
            <a:srgbClr val="F26B43"/>
          </p15:clr>
        </p15:guide>
        <p15:guide id="2" pos="6719">
          <p15:clr>
            <a:srgbClr val="F26B43"/>
          </p15:clr>
        </p15:guide>
        <p15:guide id="3" orient="horz" pos="2880">
          <p15:clr>
            <a:srgbClr val="F26B43"/>
          </p15:clr>
        </p15:guide>
        <p15:guide id="4" pos="3839">
          <p15:clr>
            <a:srgbClr val="F26B43"/>
          </p15:clr>
        </p15:guide>
        <p15:guide id="5" pos="5279">
          <p15:clr>
            <a:srgbClr val="F26B43"/>
          </p15:clr>
        </p15:guide>
        <p15:guide id="6" pos="2399">
          <p15:clr>
            <a:srgbClr val="F26B43"/>
          </p15:clr>
        </p15:guide>
        <p15:guide id="7" pos="959">
          <p15:clr>
            <a:srgbClr val="F26B43"/>
          </p15:clr>
        </p15:guide>
        <p15:guide id="8" pos="7199">
          <p15:clr>
            <a:srgbClr val="FDE53C"/>
          </p15:clr>
        </p15:guide>
        <p15:guide id="9" pos="6239">
          <p15:clr>
            <a:srgbClr val="FDE53C"/>
          </p15:clr>
        </p15:guide>
        <p15:guide id="10" pos="5759">
          <p15:clr>
            <a:srgbClr val="FDE53C"/>
          </p15:clr>
        </p15:guide>
        <p15:guide id="11" pos="4319">
          <p15:clr>
            <a:srgbClr val="FDE53C"/>
          </p15:clr>
        </p15:guide>
        <p15:guide id="12" pos="4799">
          <p15:clr>
            <a:srgbClr val="FDE53C"/>
          </p15:clr>
        </p15:guide>
        <p15:guide id="13" pos="3335">
          <p15:clr>
            <a:srgbClr val="FDE53C"/>
          </p15:clr>
        </p15:guide>
        <p15:guide id="14" pos="2879">
          <p15:clr>
            <a:srgbClr val="FDE53C"/>
          </p15:clr>
        </p15:guide>
        <p15:guide id="15" pos="1919">
          <p15:clr>
            <a:srgbClr val="FDE53C"/>
          </p15:clr>
        </p15:guide>
        <p15:guide id="16" pos="1439">
          <p15:clr>
            <a:srgbClr val="FDE53C"/>
          </p15:clr>
        </p15:guide>
        <p15:guide id="17" pos="479">
          <p15:clr>
            <a:srgbClr val="FDE53C"/>
          </p15:clr>
        </p15:guide>
        <p15:guide id="18" orient="horz" pos="960">
          <p15:clr>
            <a:srgbClr val="FDE53C"/>
          </p15:clr>
        </p15:guide>
        <p15:guide id="19" orient="horz" pos="480">
          <p15:clr>
            <a:srgbClr val="FDE53C"/>
          </p15:clr>
        </p15:guide>
        <p15:guide id="20" orient="horz" pos="1920">
          <p15:clr>
            <a:srgbClr val="FDE53C"/>
          </p15:clr>
        </p15:guide>
        <p15:guide id="21" orient="horz" pos="2400">
          <p15:clr>
            <a:srgbClr val="FDE53C"/>
          </p15:clr>
        </p15:guide>
        <p15:guide id="22" orient="horz" pos="3360">
          <p15:clr>
            <a:srgbClr val="FDE53C"/>
          </p15:clr>
        </p15:guide>
        <p15:guide id="23" orient="horz" pos="3840">
          <p15:clr>
            <a:srgbClr val="FDE53C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2569" y="6400800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1037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  <p:sldLayoutId id="2147483791" r:id="rId9"/>
    <p:sldLayoutId id="2147483792" r:id="rId10"/>
    <p:sldLayoutId id="2147483793" r:id="rId11"/>
    <p:sldLayoutId id="2147483794" r:id="rId12"/>
    <p:sldLayoutId id="2147483795" r:id="rId13"/>
    <p:sldLayoutId id="2147483796" r:id="rId14"/>
    <p:sldLayoutId id="2147483797" r:id="rId15"/>
    <p:sldLayoutId id="2147483798" r:id="rId16"/>
    <p:sldLayoutId id="2147483799" r:id="rId17"/>
    <p:sldLayoutId id="2147483800" r:id="rId18"/>
    <p:sldLayoutId id="2147483801" r:id="rId19"/>
    <p:sldLayoutId id="2147483802" r:id="rId20"/>
    <p:sldLayoutId id="2147483803" r:id="rId21"/>
    <p:sldLayoutId id="2147483804" r:id="rId22"/>
    <p:sldLayoutId id="2147483805" r:id="rId23"/>
    <p:sldLayoutId id="2147483806" r:id="rId24"/>
    <p:sldLayoutId id="2147483807" r:id="rId25"/>
    <p:sldLayoutId id="2147483808" r:id="rId26"/>
    <p:sldLayoutId id="2147483809" r:id="rId27"/>
    <p:sldLayoutId id="2147483810" r:id="rId28"/>
    <p:sldLayoutId id="2147483811" r:id="rId29"/>
  </p:sldLayoutIdLst>
  <p:transition spd="med"/>
  <p:txStyles>
    <p:titleStyle>
      <a:lvl1pPr algn="ctr" defTabSz="1218987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90427" indent="-380933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523733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2133227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742720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0">
          <p15:clr>
            <a:srgbClr val="F26B43"/>
          </p15:clr>
        </p15:guide>
        <p15:guide id="2" pos="6719">
          <p15:clr>
            <a:srgbClr val="F26B43"/>
          </p15:clr>
        </p15:guide>
        <p15:guide id="3" orient="horz" pos="2880">
          <p15:clr>
            <a:srgbClr val="F26B43"/>
          </p15:clr>
        </p15:guide>
        <p15:guide id="4" pos="3839">
          <p15:clr>
            <a:srgbClr val="F26B43"/>
          </p15:clr>
        </p15:guide>
        <p15:guide id="5" pos="5279">
          <p15:clr>
            <a:srgbClr val="F26B43"/>
          </p15:clr>
        </p15:guide>
        <p15:guide id="6" pos="2399">
          <p15:clr>
            <a:srgbClr val="F26B43"/>
          </p15:clr>
        </p15:guide>
        <p15:guide id="7" pos="959">
          <p15:clr>
            <a:srgbClr val="F26B43"/>
          </p15:clr>
        </p15:guide>
        <p15:guide id="8" pos="7199">
          <p15:clr>
            <a:srgbClr val="FDE53C"/>
          </p15:clr>
        </p15:guide>
        <p15:guide id="9" pos="6239">
          <p15:clr>
            <a:srgbClr val="FDE53C"/>
          </p15:clr>
        </p15:guide>
        <p15:guide id="10" pos="5759">
          <p15:clr>
            <a:srgbClr val="FDE53C"/>
          </p15:clr>
        </p15:guide>
        <p15:guide id="11" pos="4319">
          <p15:clr>
            <a:srgbClr val="FDE53C"/>
          </p15:clr>
        </p15:guide>
        <p15:guide id="12" pos="4799">
          <p15:clr>
            <a:srgbClr val="FDE53C"/>
          </p15:clr>
        </p15:guide>
        <p15:guide id="13" pos="3335">
          <p15:clr>
            <a:srgbClr val="FDE53C"/>
          </p15:clr>
        </p15:guide>
        <p15:guide id="14" pos="2879">
          <p15:clr>
            <a:srgbClr val="FDE53C"/>
          </p15:clr>
        </p15:guide>
        <p15:guide id="15" pos="1919">
          <p15:clr>
            <a:srgbClr val="FDE53C"/>
          </p15:clr>
        </p15:guide>
        <p15:guide id="16" pos="1439">
          <p15:clr>
            <a:srgbClr val="FDE53C"/>
          </p15:clr>
        </p15:guide>
        <p15:guide id="17" pos="479">
          <p15:clr>
            <a:srgbClr val="FDE53C"/>
          </p15:clr>
        </p15:guide>
        <p15:guide id="18" orient="horz" pos="960">
          <p15:clr>
            <a:srgbClr val="FDE53C"/>
          </p15:clr>
        </p15:guide>
        <p15:guide id="19" orient="horz" pos="480">
          <p15:clr>
            <a:srgbClr val="FDE53C"/>
          </p15:clr>
        </p15:guide>
        <p15:guide id="20" orient="horz" pos="1920">
          <p15:clr>
            <a:srgbClr val="FDE53C"/>
          </p15:clr>
        </p15:guide>
        <p15:guide id="21" orient="horz" pos="2400">
          <p15:clr>
            <a:srgbClr val="FDE53C"/>
          </p15:clr>
        </p15:guide>
        <p15:guide id="22" orient="horz" pos="3360">
          <p15:clr>
            <a:srgbClr val="FDE53C"/>
          </p15:clr>
        </p15:guide>
        <p15:guide id="23" orient="horz" pos="3840">
          <p15:clr>
            <a:srgbClr val="FDE53C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2569" y="6400800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4318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  <p:sldLayoutId id="2147483824" r:id="rId12"/>
    <p:sldLayoutId id="2147483825" r:id="rId13"/>
    <p:sldLayoutId id="2147483826" r:id="rId14"/>
    <p:sldLayoutId id="2147483827" r:id="rId15"/>
    <p:sldLayoutId id="2147483828" r:id="rId16"/>
    <p:sldLayoutId id="2147483829" r:id="rId17"/>
    <p:sldLayoutId id="2147483830" r:id="rId18"/>
    <p:sldLayoutId id="2147483831" r:id="rId19"/>
    <p:sldLayoutId id="2147483832" r:id="rId20"/>
    <p:sldLayoutId id="2147483833" r:id="rId21"/>
    <p:sldLayoutId id="2147483834" r:id="rId22"/>
    <p:sldLayoutId id="2147483835" r:id="rId23"/>
    <p:sldLayoutId id="2147483836" r:id="rId24"/>
    <p:sldLayoutId id="2147483837" r:id="rId25"/>
    <p:sldLayoutId id="2147483838" r:id="rId26"/>
    <p:sldLayoutId id="2147483839" r:id="rId27"/>
    <p:sldLayoutId id="2147483840" r:id="rId28"/>
    <p:sldLayoutId id="2147483841" r:id="rId29"/>
  </p:sldLayoutIdLst>
  <p:transition spd="med"/>
  <p:txStyles>
    <p:titleStyle>
      <a:lvl1pPr algn="ctr" defTabSz="1218987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90427" indent="-380933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523733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2133227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742720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0">
          <p15:clr>
            <a:srgbClr val="F26B43"/>
          </p15:clr>
        </p15:guide>
        <p15:guide id="2" pos="6719">
          <p15:clr>
            <a:srgbClr val="F26B43"/>
          </p15:clr>
        </p15:guide>
        <p15:guide id="3" orient="horz" pos="2880">
          <p15:clr>
            <a:srgbClr val="F26B43"/>
          </p15:clr>
        </p15:guide>
        <p15:guide id="4" pos="3839">
          <p15:clr>
            <a:srgbClr val="F26B43"/>
          </p15:clr>
        </p15:guide>
        <p15:guide id="5" pos="5279">
          <p15:clr>
            <a:srgbClr val="F26B43"/>
          </p15:clr>
        </p15:guide>
        <p15:guide id="6" pos="2399">
          <p15:clr>
            <a:srgbClr val="F26B43"/>
          </p15:clr>
        </p15:guide>
        <p15:guide id="7" pos="959">
          <p15:clr>
            <a:srgbClr val="F26B43"/>
          </p15:clr>
        </p15:guide>
        <p15:guide id="8" pos="7199">
          <p15:clr>
            <a:srgbClr val="FDE53C"/>
          </p15:clr>
        </p15:guide>
        <p15:guide id="9" pos="6239">
          <p15:clr>
            <a:srgbClr val="FDE53C"/>
          </p15:clr>
        </p15:guide>
        <p15:guide id="10" pos="5759">
          <p15:clr>
            <a:srgbClr val="FDE53C"/>
          </p15:clr>
        </p15:guide>
        <p15:guide id="11" pos="4319">
          <p15:clr>
            <a:srgbClr val="FDE53C"/>
          </p15:clr>
        </p15:guide>
        <p15:guide id="12" pos="4799">
          <p15:clr>
            <a:srgbClr val="FDE53C"/>
          </p15:clr>
        </p15:guide>
        <p15:guide id="13" pos="3335">
          <p15:clr>
            <a:srgbClr val="FDE53C"/>
          </p15:clr>
        </p15:guide>
        <p15:guide id="14" pos="2879">
          <p15:clr>
            <a:srgbClr val="FDE53C"/>
          </p15:clr>
        </p15:guide>
        <p15:guide id="15" pos="1919">
          <p15:clr>
            <a:srgbClr val="FDE53C"/>
          </p15:clr>
        </p15:guide>
        <p15:guide id="16" pos="1439">
          <p15:clr>
            <a:srgbClr val="FDE53C"/>
          </p15:clr>
        </p15:guide>
        <p15:guide id="17" pos="479">
          <p15:clr>
            <a:srgbClr val="FDE53C"/>
          </p15:clr>
        </p15:guide>
        <p15:guide id="18" orient="horz" pos="960">
          <p15:clr>
            <a:srgbClr val="FDE53C"/>
          </p15:clr>
        </p15:guide>
        <p15:guide id="19" orient="horz" pos="480">
          <p15:clr>
            <a:srgbClr val="FDE53C"/>
          </p15:clr>
        </p15:guide>
        <p15:guide id="20" orient="horz" pos="1920">
          <p15:clr>
            <a:srgbClr val="FDE53C"/>
          </p15:clr>
        </p15:guide>
        <p15:guide id="21" orient="horz" pos="2400">
          <p15:clr>
            <a:srgbClr val="FDE53C"/>
          </p15:clr>
        </p15:guide>
        <p15:guide id="22" orient="horz" pos="3360">
          <p15:clr>
            <a:srgbClr val="FDE53C"/>
          </p15:clr>
        </p15:guide>
        <p15:guide id="23" orient="horz" pos="3840">
          <p15:clr>
            <a:srgbClr val="FDE53C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2569" y="6400800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3207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48" r:id="rId6"/>
    <p:sldLayoutId id="2147483849" r:id="rId7"/>
    <p:sldLayoutId id="2147483850" r:id="rId8"/>
    <p:sldLayoutId id="2147483851" r:id="rId9"/>
    <p:sldLayoutId id="2147483852" r:id="rId10"/>
    <p:sldLayoutId id="2147483853" r:id="rId11"/>
    <p:sldLayoutId id="2147483854" r:id="rId12"/>
    <p:sldLayoutId id="2147483855" r:id="rId13"/>
    <p:sldLayoutId id="2147483856" r:id="rId14"/>
    <p:sldLayoutId id="2147483857" r:id="rId15"/>
    <p:sldLayoutId id="2147483858" r:id="rId16"/>
    <p:sldLayoutId id="2147483859" r:id="rId17"/>
    <p:sldLayoutId id="2147483860" r:id="rId18"/>
    <p:sldLayoutId id="2147483861" r:id="rId19"/>
    <p:sldLayoutId id="2147483862" r:id="rId20"/>
    <p:sldLayoutId id="2147483863" r:id="rId21"/>
    <p:sldLayoutId id="2147483864" r:id="rId22"/>
    <p:sldLayoutId id="2147483865" r:id="rId23"/>
    <p:sldLayoutId id="2147483866" r:id="rId24"/>
    <p:sldLayoutId id="2147483867" r:id="rId25"/>
    <p:sldLayoutId id="2147483868" r:id="rId26"/>
    <p:sldLayoutId id="2147483869" r:id="rId27"/>
    <p:sldLayoutId id="2147483870" r:id="rId28"/>
    <p:sldLayoutId id="2147483871" r:id="rId29"/>
  </p:sldLayoutIdLst>
  <p:transition spd="med"/>
  <p:txStyles>
    <p:titleStyle>
      <a:lvl1pPr algn="ctr" defTabSz="1218987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90427" indent="-380933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523733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2133227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742720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0">
          <p15:clr>
            <a:srgbClr val="F26B43"/>
          </p15:clr>
        </p15:guide>
        <p15:guide id="2" pos="6719">
          <p15:clr>
            <a:srgbClr val="F26B43"/>
          </p15:clr>
        </p15:guide>
        <p15:guide id="3" orient="horz" pos="2880">
          <p15:clr>
            <a:srgbClr val="F26B43"/>
          </p15:clr>
        </p15:guide>
        <p15:guide id="4" pos="3839">
          <p15:clr>
            <a:srgbClr val="F26B43"/>
          </p15:clr>
        </p15:guide>
        <p15:guide id="5" pos="5279">
          <p15:clr>
            <a:srgbClr val="F26B43"/>
          </p15:clr>
        </p15:guide>
        <p15:guide id="6" pos="2399">
          <p15:clr>
            <a:srgbClr val="F26B43"/>
          </p15:clr>
        </p15:guide>
        <p15:guide id="7" pos="959">
          <p15:clr>
            <a:srgbClr val="F26B43"/>
          </p15:clr>
        </p15:guide>
        <p15:guide id="8" pos="7199">
          <p15:clr>
            <a:srgbClr val="FDE53C"/>
          </p15:clr>
        </p15:guide>
        <p15:guide id="9" pos="6239">
          <p15:clr>
            <a:srgbClr val="FDE53C"/>
          </p15:clr>
        </p15:guide>
        <p15:guide id="10" pos="5759">
          <p15:clr>
            <a:srgbClr val="FDE53C"/>
          </p15:clr>
        </p15:guide>
        <p15:guide id="11" pos="4319">
          <p15:clr>
            <a:srgbClr val="FDE53C"/>
          </p15:clr>
        </p15:guide>
        <p15:guide id="12" pos="4799">
          <p15:clr>
            <a:srgbClr val="FDE53C"/>
          </p15:clr>
        </p15:guide>
        <p15:guide id="13" pos="3335">
          <p15:clr>
            <a:srgbClr val="FDE53C"/>
          </p15:clr>
        </p15:guide>
        <p15:guide id="14" pos="2879">
          <p15:clr>
            <a:srgbClr val="FDE53C"/>
          </p15:clr>
        </p15:guide>
        <p15:guide id="15" pos="1919">
          <p15:clr>
            <a:srgbClr val="FDE53C"/>
          </p15:clr>
        </p15:guide>
        <p15:guide id="16" pos="1439">
          <p15:clr>
            <a:srgbClr val="FDE53C"/>
          </p15:clr>
        </p15:guide>
        <p15:guide id="17" pos="479">
          <p15:clr>
            <a:srgbClr val="FDE53C"/>
          </p15:clr>
        </p15:guide>
        <p15:guide id="18" orient="horz" pos="960">
          <p15:clr>
            <a:srgbClr val="FDE53C"/>
          </p15:clr>
        </p15:guide>
        <p15:guide id="19" orient="horz" pos="480">
          <p15:clr>
            <a:srgbClr val="FDE53C"/>
          </p15:clr>
        </p15:guide>
        <p15:guide id="20" orient="horz" pos="1920">
          <p15:clr>
            <a:srgbClr val="FDE53C"/>
          </p15:clr>
        </p15:guide>
        <p15:guide id="21" orient="horz" pos="2400">
          <p15:clr>
            <a:srgbClr val="FDE53C"/>
          </p15:clr>
        </p15:guide>
        <p15:guide id="22" orient="horz" pos="3360">
          <p15:clr>
            <a:srgbClr val="FDE53C"/>
          </p15:clr>
        </p15:guide>
        <p15:guide id="23" orient="horz" pos="3840">
          <p15:clr>
            <a:srgbClr val="FDE53C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2569" y="6400800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4052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  <p:sldLayoutId id="2147483874" r:id="rId2"/>
    <p:sldLayoutId id="2147483875" r:id="rId3"/>
    <p:sldLayoutId id="2147483876" r:id="rId4"/>
    <p:sldLayoutId id="2147483877" r:id="rId5"/>
    <p:sldLayoutId id="2147483878" r:id="rId6"/>
    <p:sldLayoutId id="2147483879" r:id="rId7"/>
    <p:sldLayoutId id="2147483880" r:id="rId8"/>
    <p:sldLayoutId id="2147483881" r:id="rId9"/>
    <p:sldLayoutId id="2147483882" r:id="rId10"/>
    <p:sldLayoutId id="2147483883" r:id="rId11"/>
    <p:sldLayoutId id="2147483884" r:id="rId12"/>
    <p:sldLayoutId id="2147483885" r:id="rId13"/>
    <p:sldLayoutId id="2147483886" r:id="rId14"/>
    <p:sldLayoutId id="2147483887" r:id="rId15"/>
    <p:sldLayoutId id="2147483888" r:id="rId16"/>
    <p:sldLayoutId id="2147483889" r:id="rId17"/>
    <p:sldLayoutId id="2147483890" r:id="rId18"/>
    <p:sldLayoutId id="2147483891" r:id="rId19"/>
    <p:sldLayoutId id="2147483892" r:id="rId20"/>
    <p:sldLayoutId id="2147483893" r:id="rId21"/>
    <p:sldLayoutId id="2147483894" r:id="rId22"/>
    <p:sldLayoutId id="2147483895" r:id="rId23"/>
    <p:sldLayoutId id="2147483896" r:id="rId24"/>
    <p:sldLayoutId id="2147483897" r:id="rId25"/>
    <p:sldLayoutId id="2147483898" r:id="rId26"/>
    <p:sldLayoutId id="2147483899" r:id="rId27"/>
    <p:sldLayoutId id="2147483900" r:id="rId28"/>
    <p:sldLayoutId id="2147483901" r:id="rId29"/>
  </p:sldLayoutIdLst>
  <p:transition spd="med"/>
  <p:txStyles>
    <p:titleStyle>
      <a:lvl1pPr algn="ctr" defTabSz="1218987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90427" indent="-380933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523733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2133227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742720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0">
          <p15:clr>
            <a:srgbClr val="F26B43"/>
          </p15:clr>
        </p15:guide>
        <p15:guide id="2" pos="6719">
          <p15:clr>
            <a:srgbClr val="F26B43"/>
          </p15:clr>
        </p15:guide>
        <p15:guide id="3" orient="horz" pos="2880">
          <p15:clr>
            <a:srgbClr val="F26B43"/>
          </p15:clr>
        </p15:guide>
        <p15:guide id="4" pos="3839">
          <p15:clr>
            <a:srgbClr val="F26B43"/>
          </p15:clr>
        </p15:guide>
        <p15:guide id="5" pos="5279">
          <p15:clr>
            <a:srgbClr val="F26B43"/>
          </p15:clr>
        </p15:guide>
        <p15:guide id="6" pos="2399">
          <p15:clr>
            <a:srgbClr val="F26B43"/>
          </p15:clr>
        </p15:guide>
        <p15:guide id="7" pos="959">
          <p15:clr>
            <a:srgbClr val="F26B43"/>
          </p15:clr>
        </p15:guide>
        <p15:guide id="8" pos="7199">
          <p15:clr>
            <a:srgbClr val="FDE53C"/>
          </p15:clr>
        </p15:guide>
        <p15:guide id="9" pos="6239">
          <p15:clr>
            <a:srgbClr val="FDE53C"/>
          </p15:clr>
        </p15:guide>
        <p15:guide id="10" pos="5759">
          <p15:clr>
            <a:srgbClr val="FDE53C"/>
          </p15:clr>
        </p15:guide>
        <p15:guide id="11" pos="4319">
          <p15:clr>
            <a:srgbClr val="FDE53C"/>
          </p15:clr>
        </p15:guide>
        <p15:guide id="12" pos="4799">
          <p15:clr>
            <a:srgbClr val="FDE53C"/>
          </p15:clr>
        </p15:guide>
        <p15:guide id="13" pos="3335">
          <p15:clr>
            <a:srgbClr val="FDE53C"/>
          </p15:clr>
        </p15:guide>
        <p15:guide id="14" pos="2879">
          <p15:clr>
            <a:srgbClr val="FDE53C"/>
          </p15:clr>
        </p15:guide>
        <p15:guide id="15" pos="1919">
          <p15:clr>
            <a:srgbClr val="FDE53C"/>
          </p15:clr>
        </p15:guide>
        <p15:guide id="16" pos="1439">
          <p15:clr>
            <a:srgbClr val="FDE53C"/>
          </p15:clr>
        </p15:guide>
        <p15:guide id="17" pos="479">
          <p15:clr>
            <a:srgbClr val="FDE53C"/>
          </p15:clr>
        </p15:guide>
        <p15:guide id="18" orient="horz" pos="960">
          <p15:clr>
            <a:srgbClr val="FDE53C"/>
          </p15:clr>
        </p15:guide>
        <p15:guide id="19" orient="horz" pos="480">
          <p15:clr>
            <a:srgbClr val="FDE53C"/>
          </p15:clr>
        </p15:guide>
        <p15:guide id="20" orient="horz" pos="1920">
          <p15:clr>
            <a:srgbClr val="FDE53C"/>
          </p15:clr>
        </p15:guide>
        <p15:guide id="21" orient="horz" pos="2400">
          <p15:clr>
            <a:srgbClr val="FDE53C"/>
          </p15:clr>
        </p15:guide>
        <p15:guide id="22" orient="horz" pos="3360">
          <p15:clr>
            <a:srgbClr val="FDE53C"/>
          </p15:clr>
        </p15:guide>
        <p15:guide id="23" orient="horz" pos="3840">
          <p15:clr>
            <a:srgbClr val="FDE53C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2569" y="6400800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3744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904" r:id="rId2"/>
    <p:sldLayoutId id="2147483905" r:id="rId3"/>
    <p:sldLayoutId id="2147483906" r:id="rId4"/>
    <p:sldLayoutId id="2147483907" r:id="rId5"/>
    <p:sldLayoutId id="2147483908" r:id="rId6"/>
    <p:sldLayoutId id="2147483909" r:id="rId7"/>
    <p:sldLayoutId id="2147483910" r:id="rId8"/>
    <p:sldLayoutId id="2147483911" r:id="rId9"/>
    <p:sldLayoutId id="2147483912" r:id="rId10"/>
    <p:sldLayoutId id="2147483913" r:id="rId11"/>
    <p:sldLayoutId id="2147483914" r:id="rId12"/>
    <p:sldLayoutId id="2147483915" r:id="rId13"/>
    <p:sldLayoutId id="2147483916" r:id="rId14"/>
    <p:sldLayoutId id="2147483917" r:id="rId15"/>
    <p:sldLayoutId id="2147483918" r:id="rId16"/>
    <p:sldLayoutId id="2147483919" r:id="rId17"/>
    <p:sldLayoutId id="2147483920" r:id="rId18"/>
    <p:sldLayoutId id="2147483921" r:id="rId19"/>
    <p:sldLayoutId id="2147483922" r:id="rId20"/>
    <p:sldLayoutId id="2147483923" r:id="rId21"/>
    <p:sldLayoutId id="2147483924" r:id="rId22"/>
    <p:sldLayoutId id="2147483925" r:id="rId23"/>
    <p:sldLayoutId id="2147483926" r:id="rId24"/>
    <p:sldLayoutId id="2147483927" r:id="rId25"/>
    <p:sldLayoutId id="2147483928" r:id="rId26"/>
    <p:sldLayoutId id="2147483929" r:id="rId27"/>
    <p:sldLayoutId id="2147483930" r:id="rId28"/>
    <p:sldLayoutId id="2147483931" r:id="rId29"/>
  </p:sldLayoutIdLst>
  <p:transition spd="med"/>
  <p:txStyles>
    <p:titleStyle>
      <a:lvl1pPr algn="ctr" defTabSz="1218987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90427" indent="-380933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523733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2133227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742720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0">
          <p15:clr>
            <a:srgbClr val="F26B43"/>
          </p15:clr>
        </p15:guide>
        <p15:guide id="2" pos="6719">
          <p15:clr>
            <a:srgbClr val="F26B43"/>
          </p15:clr>
        </p15:guide>
        <p15:guide id="3" orient="horz" pos="2880">
          <p15:clr>
            <a:srgbClr val="F26B43"/>
          </p15:clr>
        </p15:guide>
        <p15:guide id="4" pos="3839">
          <p15:clr>
            <a:srgbClr val="F26B43"/>
          </p15:clr>
        </p15:guide>
        <p15:guide id="5" pos="5279">
          <p15:clr>
            <a:srgbClr val="F26B43"/>
          </p15:clr>
        </p15:guide>
        <p15:guide id="6" pos="2399">
          <p15:clr>
            <a:srgbClr val="F26B43"/>
          </p15:clr>
        </p15:guide>
        <p15:guide id="7" pos="959">
          <p15:clr>
            <a:srgbClr val="F26B43"/>
          </p15:clr>
        </p15:guide>
        <p15:guide id="8" pos="7199">
          <p15:clr>
            <a:srgbClr val="FDE53C"/>
          </p15:clr>
        </p15:guide>
        <p15:guide id="9" pos="6239">
          <p15:clr>
            <a:srgbClr val="FDE53C"/>
          </p15:clr>
        </p15:guide>
        <p15:guide id="10" pos="5759">
          <p15:clr>
            <a:srgbClr val="FDE53C"/>
          </p15:clr>
        </p15:guide>
        <p15:guide id="11" pos="4319">
          <p15:clr>
            <a:srgbClr val="FDE53C"/>
          </p15:clr>
        </p15:guide>
        <p15:guide id="12" pos="4799">
          <p15:clr>
            <a:srgbClr val="FDE53C"/>
          </p15:clr>
        </p15:guide>
        <p15:guide id="13" pos="3335">
          <p15:clr>
            <a:srgbClr val="FDE53C"/>
          </p15:clr>
        </p15:guide>
        <p15:guide id="14" pos="2879">
          <p15:clr>
            <a:srgbClr val="FDE53C"/>
          </p15:clr>
        </p15:guide>
        <p15:guide id="15" pos="1919">
          <p15:clr>
            <a:srgbClr val="FDE53C"/>
          </p15:clr>
        </p15:guide>
        <p15:guide id="16" pos="1439">
          <p15:clr>
            <a:srgbClr val="FDE53C"/>
          </p15:clr>
        </p15:guide>
        <p15:guide id="17" pos="479">
          <p15:clr>
            <a:srgbClr val="FDE53C"/>
          </p15:clr>
        </p15:guide>
        <p15:guide id="18" orient="horz" pos="960">
          <p15:clr>
            <a:srgbClr val="FDE53C"/>
          </p15:clr>
        </p15:guide>
        <p15:guide id="19" orient="horz" pos="480">
          <p15:clr>
            <a:srgbClr val="FDE53C"/>
          </p15:clr>
        </p15:guide>
        <p15:guide id="20" orient="horz" pos="1920">
          <p15:clr>
            <a:srgbClr val="FDE53C"/>
          </p15:clr>
        </p15:guide>
        <p15:guide id="21" orient="horz" pos="2400">
          <p15:clr>
            <a:srgbClr val="FDE53C"/>
          </p15:clr>
        </p15:guide>
        <p15:guide id="22" orient="horz" pos="3360">
          <p15:clr>
            <a:srgbClr val="FDE53C"/>
          </p15:clr>
        </p15:guide>
        <p15:guide id="23" orient="horz" pos="3840">
          <p15:clr>
            <a:srgbClr val="FDE53C"/>
          </p15:clr>
        </p15:guide>
      </p15:sldGuideLst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2569" y="6400800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5142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3" r:id="rId1"/>
    <p:sldLayoutId id="2147483934" r:id="rId2"/>
    <p:sldLayoutId id="2147483935" r:id="rId3"/>
    <p:sldLayoutId id="2147483936" r:id="rId4"/>
    <p:sldLayoutId id="2147483937" r:id="rId5"/>
    <p:sldLayoutId id="2147483938" r:id="rId6"/>
    <p:sldLayoutId id="2147483939" r:id="rId7"/>
    <p:sldLayoutId id="2147483940" r:id="rId8"/>
    <p:sldLayoutId id="2147483941" r:id="rId9"/>
    <p:sldLayoutId id="2147483942" r:id="rId10"/>
    <p:sldLayoutId id="2147483943" r:id="rId11"/>
    <p:sldLayoutId id="2147483944" r:id="rId12"/>
    <p:sldLayoutId id="2147483945" r:id="rId13"/>
    <p:sldLayoutId id="2147483946" r:id="rId14"/>
    <p:sldLayoutId id="2147483947" r:id="rId15"/>
    <p:sldLayoutId id="2147483948" r:id="rId16"/>
    <p:sldLayoutId id="2147483949" r:id="rId17"/>
    <p:sldLayoutId id="2147483950" r:id="rId18"/>
    <p:sldLayoutId id="2147483951" r:id="rId19"/>
    <p:sldLayoutId id="2147483952" r:id="rId20"/>
    <p:sldLayoutId id="2147483953" r:id="rId21"/>
    <p:sldLayoutId id="2147483954" r:id="rId22"/>
    <p:sldLayoutId id="2147483955" r:id="rId23"/>
    <p:sldLayoutId id="2147483956" r:id="rId24"/>
    <p:sldLayoutId id="2147483957" r:id="rId25"/>
    <p:sldLayoutId id="2147483958" r:id="rId26"/>
    <p:sldLayoutId id="2147483959" r:id="rId27"/>
    <p:sldLayoutId id="2147483960" r:id="rId28"/>
    <p:sldLayoutId id="2147483961" r:id="rId29"/>
  </p:sldLayoutIdLst>
  <p:transition spd="med"/>
  <p:txStyles>
    <p:titleStyle>
      <a:lvl1pPr algn="ctr" defTabSz="1218987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90427" indent="-380933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523733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2133227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742720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0">
          <p15:clr>
            <a:srgbClr val="F26B43"/>
          </p15:clr>
        </p15:guide>
        <p15:guide id="2" pos="6719">
          <p15:clr>
            <a:srgbClr val="F26B43"/>
          </p15:clr>
        </p15:guide>
        <p15:guide id="3" orient="horz" pos="2880">
          <p15:clr>
            <a:srgbClr val="F26B43"/>
          </p15:clr>
        </p15:guide>
        <p15:guide id="4" pos="3839">
          <p15:clr>
            <a:srgbClr val="F26B43"/>
          </p15:clr>
        </p15:guide>
        <p15:guide id="5" pos="5279">
          <p15:clr>
            <a:srgbClr val="F26B43"/>
          </p15:clr>
        </p15:guide>
        <p15:guide id="6" pos="2399">
          <p15:clr>
            <a:srgbClr val="F26B43"/>
          </p15:clr>
        </p15:guide>
        <p15:guide id="7" pos="959">
          <p15:clr>
            <a:srgbClr val="F26B43"/>
          </p15:clr>
        </p15:guide>
        <p15:guide id="8" pos="7199">
          <p15:clr>
            <a:srgbClr val="FDE53C"/>
          </p15:clr>
        </p15:guide>
        <p15:guide id="9" pos="6239">
          <p15:clr>
            <a:srgbClr val="FDE53C"/>
          </p15:clr>
        </p15:guide>
        <p15:guide id="10" pos="5759">
          <p15:clr>
            <a:srgbClr val="FDE53C"/>
          </p15:clr>
        </p15:guide>
        <p15:guide id="11" pos="4319">
          <p15:clr>
            <a:srgbClr val="FDE53C"/>
          </p15:clr>
        </p15:guide>
        <p15:guide id="12" pos="4799">
          <p15:clr>
            <a:srgbClr val="FDE53C"/>
          </p15:clr>
        </p15:guide>
        <p15:guide id="13" pos="3335">
          <p15:clr>
            <a:srgbClr val="FDE53C"/>
          </p15:clr>
        </p15:guide>
        <p15:guide id="14" pos="2879">
          <p15:clr>
            <a:srgbClr val="FDE53C"/>
          </p15:clr>
        </p15:guide>
        <p15:guide id="15" pos="1919">
          <p15:clr>
            <a:srgbClr val="FDE53C"/>
          </p15:clr>
        </p15:guide>
        <p15:guide id="16" pos="1439">
          <p15:clr>
            <a:srgbClr val="FDE53C"/>
          </p15:clr>
        </p15:guide>
        <p15:guide id="17" pos="479">
          <p15:clr>
            <a:srgbClr val="FDE53C"/>
          </p15:clr>
        </p15:guide>
        <p15:guide id="18" orient="horz" pos="960">
          <p15:clr>
            <a:srgbClr val="FDE53C"/>
          </p15:clr>
        </p15:guide>
        <p15:guide id="19" orient="horz" pos="480">
          <p15:clr>
            <a:srgbClr val="FDE53C"/>
          </p15:clr>
        </p15:guide>
        <p15:guide id="20" orient="horz" pos="1920">
          <p15:clr>
            <a:srgbClr val="FDE53C"/>
          </p15:clr>
        </p15:guide>
        <p15:guide id="21" orient="horz" pos="2400">
          <p15:clr>
            <a:srgbClr val="FDE53C"/>
          </p15:clr>
        </p15:guide>
        <p15:guide id="22" orient="horz" pos="3360">
          <p15:clr>
            <a:srgbClr val="FDE53C"/>
          </p15:clr>
        </p15:guide>
        <p15:guide id="23" orient="horz" pos="3840">
          <p15:clr>
            <a:srgbClr val="FDE53C"/>
          </p15:clr>
        </p15:guide>
      </p15:sldGuideLst>
    </p:ext>
  </p:ext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2569" y="6400800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9D88EAD-868B-409C-AA10-60072E64D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464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3" r:id="rId1"/>
    <p:sldLayoutId id="2147483964" r:id="rId2"/>
    <p:sldLayoutId id="2147483965" r:id="rId3"/>
    <p:sldLayoutId id="2147483966" r:id="rId4"/>
    <p:sldLayoutId id="2147483967" r:id="rId5"/>
    <p:sldLayoutId id="2147483968" r:id="rId6"/>
    <p:sldLayoutId id="2147483969" r:id="rId7"/>
    <p:sldLayoutId id="2147483970" r:id="rId8"/>
    <p:sldLayoutId id="2147483971" r:id="rId9"/>
    <p:sldLayoutId id="2147483972" r:id="rId10"/>
    <p:sldLayoutId id="2147483973" r:id="rId11"/>
    <p:sldLayoutId id="2147483974" r:id="rId12"/>
    <p:sldLayoutId id="2147483975" r:id="rId13"/>
    <p:sldLayoutId id="2147483976" r:id="rId14"/>
    <p:sldLayoutId id="2147483977" r:id="rId15"/>
    <p:sldLayoutId id="2147483978" r:id="rId16"/>
    <p:sldLayoutId id="2147483979" r:id="rId17"/>
    <p:sldLayoutId id="2147483980" r:id="rId18"/>
    <p:sldLayoutId id="2147483981" r:id="rId19"/>
    <p:sldLayoutId id="2147483982" r:id="rId20"/>
    <p:sldLayoutId id="2147483983" r:id="rId21"/>
    <p:sldLayoutId id="2147483984" r:id="rId22"/>
    <p:sldLayoutId id="2147483985" r:id="rId23"/>
    <p:sldLayoutId id="2147483986" r:id="rId24"/>
    <p:sldLayoutId id="2147483987" r:id="rId25"/>
    <p:sldLayoutId id="2147483988" r:id="rId26"/>
    <p:sldLayoutId id="2147483989" r:id="rId27"/>
    <p:sldLayoutId id="2147483990" r:id="rId28"/>
    <p:sldLayoutId id="2147483991" r:id="rId29"/>
  </p:sldLayoutIdLst>
  <p:transition spd="med"/>
  <p:txStyles>
    <p:titleStyle>
      <a:lvl1pPr algn="ctr" defTabSz="1218987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90427" indent="-380933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523733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2133227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742720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0">
          <p15:clr>
            <a:srgbClr val="F26B43"/>
          </p15:clr>
        </p15:guide>
        <p15:guide id="2" pos="6719">
          <p15:clr>
            <a:srgbClr val="F26B43"/>
          </p15:clr>
        </p15:guide>
        <p15:guide id="3" orient="horz" pos="2880">
          <p15:clr>
            <a:srgbClr val="F26B43"/>
          </p15:clr>
        </p15:guide>
        <p15:guide id="4" pos="3839">
          <p15:clr>
            <a:srgbClr val="F26B43"/>
          </p15:clr>
        </p15:guide>
        <p15:guide id="5" pos="5279">
          <p15:clr>
            <a:srgbClr val="F26B43"/>
          </p15:clr>
        </p15:guide>
        <p15:guide id="6" pos="2399">
          <p15:clr>
            <a:srgbClr val="F26B43"/>
          </p15:clr>
        </p15:guide>
        <p15:guide id="7" pos="959">
          <p15:clr>
            <a:srgbClr val="F26B43"/>
          </p15:clr>
        </p15:guide>
        <p15:guide id="8" pos="7199">
          <p15:clr>
            <a:srgbClr val="FDE53C"/>
          </p15:clr>
        </p15:guide>
        <p15:guide id="9" pos="6239">
          <p15:clr>
            <a:srgbClr val="FDE53C"/>
          </p15:clr>
        </p15:guide>
        <p15:guide id="10" pos="5759">
          <p15:clr>
            <a:srgbClr val="FDE53C"/>
          </p15:clr>
        </p15:guide>
        <p15:guide id="11" pos="4319">
          <p15:clr>
            <a:srgbClr val="FDE53C"/>
          </p15:clr>
        </p15:guide>
        <p15:guide id="12" pos="4799">
          <p15:clr>
            <a:srgbClr val="FDE53C"/>
          </p15:clr>
        </p15:guide>
        <p15:guide id="13" pos="3335">
          <p15:clr>
            <a:srgbClr val="FDE53C"/>
          </p15:clr>
        </p15:guide>
        <p15:guide id="14" pos="2879">
          <p15:clr>
            <a:srgbClr val="FDE53C"/>
          </p15:clr>
        </p15:guide>
        <p15:guide id="15" pos="1919">
          <p15:clr>
            <a:srgbClr val="FDE53C"/>
          </p15:clr>
        </p15:guide>
        <p15:guide id="16" pos="1439">
          <p15:clr>
            <a:srgbClr val="FDE53C"/>
          </p15:clr>
        </p15:guide>
        <p15:guide id="17" pos="479">
          <p15:clr>
            <a:srgbClr val="FDE53C"/>
          </p15:clr>
        </p15:guide>
        <p15:guide id="18" orient="horz" pos="960">
          <p15:clr>
            <a:srgbClr val="FDE53C"/>
          </p15:clr>
        </p15:guide>
        <p15:guide id="19" orient="horz" pos="480">
          <p15:clr>
            <a:srgbClr val="FDE53C"/>
          </p15:clr>
        </p15:guide>
        <p15:guide id="20" orient="horz" pos="1920">
          <p15:clr>
            <a:srgbClr val="FDE53C"/>
          </p15:clr>
        </p15:guide>
        <p15:guide id="21" orient="horz" pos="2400">
          <p15:clr>
            <a:srgbClr val="FDE53C"/>
          </p15:clr>
        </p15:guide>
        <p15:guide id="22" orient="horz" pos="3360">
          <p15:clr>
            <a:srgbClr val="FDE53C"/>
          </p15:clr>
        </p15:guide>
        <p15:guide id="23" orient="horz" pos="3840">
          <p15:clr>
            <a:srgbClr val="FDE53C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4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4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3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3.xml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9" Type="http://schemas.openxmlformats.org/officeDocument/2006/relationships/image" Target="../media/image27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11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40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8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0855B1E2-3A2B-082D-4816-DB8A3F6EA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89" y="72"/>
            <a:ext cx="12188825" cy="685792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3AC548D-1FB0-261C-C8CC-E23C7F869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/>
              <a:t>AI Agent - Manus AI</a:t>
            </a:r>
            <a:endParaRPr lang="en-US" sz="36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270B086-C00E-1187-BBE7-D9A38CBB31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sz="1400" dirty="0"/>
              <a:t>主讲人姓名 </a:t>
            </a:r>
            <a:r>
              <a:rPr lang="en-US" altLang="zh-CN" sz="1400" dirty="0"/>
              <a:t>| </a:t>
            </a:r>
            <a:r>
              <a:rPr lang="zh-CN" altLang="en-US" sz="1400" dirty="0"/>
              <a:t>日期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EA79E37-B8D0-C6CB-4E3E-C9D9DE6DE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10151177" y="2542923"/>
            <a:ext cx="3058160" cy="1020314"/>
            <a:chOff x="547688" y="952500"/>
            <a:chExt cx="12190413" cy="406717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006F68B-953B-408E-DE4B-1F678045BB4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F1AD7F7-B377-C0B1-8682-F0ADA139B09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530519F1-A678-420D-1D26-3759BD8315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52D2550-AD5A-4382-DFBC-8231BAF349D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B4B6976B-14E6-ABD0-315F-E9F5746A2C8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5EAF701-5392-9E6A-CC3E-7D7CCF0ADB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4906165-3A5F-117D-A4A5-8E222CAF8F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3" name="Freeform 5">
            <a:extLst>
              <a:ext uri="{FF2B5EF4-FFF2-40B4-BE49-F238E27FC236}">
                <a16:creationId xmlns:a16="http://schemas.microsoft.com/office/drawing/2014/main" id="{6E9F7630-8046-9B2C-F2C9-E876E4D552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51922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7F3E1E-AD33-B8B3-F7EB-918F656EC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51922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290381975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Contents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CN" sz="2400"/>
              <a:t>- Introduction to AI Agents
- Overview of Manus AI
- Key Features and Capabilities
- Applications and Use Cases
- Technology Stack
- Benefits and Advantages
- Future Developments
- Conclusion
- Q&amp;A
</a:t>
            </a:r>
            <a:endParaRPr lang="zh-CN" altLang="zh-CN" sz="2400" dirty="0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EF73B136-209E-5534-4C4B-6C7773B615C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71117" y="6400800"/>
            <a:ext cx="438912" cy="155448"/>
          </a:xfrm>
        </p:spPr>
        <p:txBody>
          <a:bodyPr/>
          <a:lstStyle/>
          <a:p>
            <a:fld id="{6D22F896-40B5-4ADD-8801-0D06FADFA095}" type="slidenum">
              <a:rPr lang="en-US" smtClean="0">
                <a:solidFill>
                  <a:schemeClr val="bg1"/>
                </a:solidFill>
              </a:rPr>
              <a:pPr/>
              <a:t>2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3" name="Picture Placeholder 14">
            <a:extLst>
              <a:ext uri="{FF2B5EF4-FFF2-40B4-BE49-F238E27FC236}">
                <a16:creationId xmlns:a16="http://schemas.microsoft.com/office/drawing/2014/main" id="{D69DD35A-4EFC-1EC5-1D48-7BA495F38EF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58002" y="1"/>
            <a:ext cx="5332410" cy="6857999"/>
          </a:xfrm>
          <a:prstGeom prst="rect">
            <a:avLst/>
          </a:prstGeom>
          <a:solidFill>
            <a:schemeClr val="accent3">
              <a:lumMod val="2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31435382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half" idx="18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Definition of AI Agents
Types of AI Agents (Simple Reflex, Model-Based Reflex, Goal-Based, Utility-Based)
  - Simple Reflex
  - Model-Based Reflex
  - Goal-Based
  - Utility-Based
Importance of AI Agents in Modern Technology
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Introduction to AI Agents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0DF5D4-41E8-0FF9-F041-43B3AF2B12B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27" name="Picture Placeholder 14" descr="Product image photo">
            <a:extLst>
              <a:ext uri="{FF2B5EF4-FFF2-40B4-BE49-F238E27FC236}">
                <a16:creationId xmlns:a16="http://schemas.microsoft.com/office/drawing/2014/main" id="{160BD6AC-E145-45F6-A654-AFB42965442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88" y="0"/>
            <a:ext cx="6566888" cy="6858000"/>
          </a:xfrm>
          <a:prstGeom prst="rect">
            <a:avLst/>
          </a:prstGeom>
          <a:solidFill>
            <a:schemeClr val="accent3">
              <a:lumMod val="2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274686464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91E31662-686F-4729-84F9-875D1A072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 of Manus AI</a:t>
            </a:r>
            <a:endParaRPr lang="en-US" dirty="0"/>
          </a:p>
        </p:txBody>
      </p:sp>
      <p:sp>
        <p:nvSpPr>
          <p:cNvPr id="40" name="Slide Number Placeholder 3">
            <a:extLst>
              <a:ext uri="{FF2B5EF4-FFF2-40B4-BE49-F238E27FC236}">
                <a16:creationId xmlns:a16="http://schemas.microsoft.com/office/drawing/2014/main" id="{75A8C06F-70FD-4537-93CD-485201423A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71117" y="6400800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1218987" rtl="0" eaLnBrk="1" latinLnBrk="0" hangingPunct="1">
              <a:defRPr sz="10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22F896-40B5-4ADD-8801-0D06FADFA095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ECA858-4AE6-4D5A-BEBA-CE1E8456F82A}"/>
              </a:ext>
            </a:extLst>
          </p:cNvPr>
          <p:cNvSpPr txBox="1"/>
          <p:nvPr/>
        </p:nvSpPr>
        <p:spPr>
          <a:xfrm>
            <a:off x="587574" y="4011273"/>
            <a:ext cx="3401106" cy="72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altLang="zh-CN" b="1" spc="-15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Introduction to Manus AI</a:t>
            </a:r>
            <a:endParaRPr lang="en-US" b="1" spc="-150" dirty="0">
              <a:solidFill>
                <a:schemeClr val="accent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10F53A2-60F0-44E5-8004-A6AC8BA61C65}"/>
              </a:ext>
            </a:extLst>
          </p:cNvPr>
          <p:cNvSpPr txBox="1"/>
          <p:nvPr/>
        </p:nvSpPr>
        <p:spPr>
          <a:xfrm>
            <a:off x="4353927" y="4011273"/>
            <a:ext cx="3401106" cy="406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altLang="zh-CN" b="1" spc="-15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Vision and Mission</a:t>
            </a:r>
            <a:endParaRPr lang="en-US" b="1" spc="-150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598B26-D174-474E-8ABC-B175A22E596C}"/>
              </a:ext>
            </a:extLst>
          </p:cNvPr>
          <p:cNvSpPr txBox="1"/>
          <p:nvPr/>
        </p:nvSpPr>
        <p:spPr>
          <a:xfrm>
            <a:off x="8120281" y="4011273"/>
            <a:ext cx="3401105" cy="72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altLang="zh-CN" b="1" spc="-150">
                <a:solidFill>
                  <a:schemeClr val="accent1">
                    <a:lumMod val="40000"/>
                    <a:lumOff val="6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Core Values and Principles</a:t>
            </a:r>
            <a:endParaRPr lang="en-US" b="1" spc="-150" dirty="0">
              <a:solidFill>
                <a:schemeClr val="accent1">
                  <a:lumMod val="40000"/>
                  <a:lumOff val="6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4919A6E4-1FBD-A411-7226-5496E3D900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238228" y="2191548"/>
            <a:ext cx="1600205" cy="1600205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0645B3D4-37EA-6E8D-6F43-767F0ABB8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9025611" y="2187892"/>
            <a:ext cx="1600201" cy="1600201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B9BDEEDC-EC26-1C0A-3432-4DC9A7E95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566189" y="2187891"/>
            <a:ext cx="16002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80713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72E6B0-E10C-846F-08EF-D2FCE6FE1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Key Features and Capabilities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3D06DC-0CB3-5959-193F-DA448BBE13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AD14A9C-D492-62A7-9A4D-EB8A656BE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9" y="1410561"/>
            <a:ext cx="12188825" cy="4737928"/>
          </a:xfrm>
          <a:prstGeom prst="rect">
            <a:avLst/>
          </a:prstGeom>
          <a:gradFill>
            <a:gsLst>
              <a:gs pos="45000">
                <a:srgbClr val="310012"/>
              </a:gs>
              <a:gs pos="0">
                <a:srgbClr val="64131E"/>
              </a:gs>
              <a:gs pos="84000">
                <a:srgbClr val="4C1451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lstStyle/>
          <a:p>
            <a:pPr algn="l"/>
            <a:endParaRPr lang="en-US" b="1" err="1">
              <a:solidFill>
                <a:prstClr val="white"/>
              </a:solidFill>
            </a:endParaRPr>
          </a:p>
        </p:txBody>
      </p:sp>
      <p:sp>
        <p:nvSpPr>
          <p:cNvPr id="25" name="文本框 15">
            <a:extLst>
              <a:ext uri="{FF2B5EF4-FFF2-40B4-BE49-F238E27FC236}">
                <a16:creationId xmlns:a16="http://schemas.microsoft.com/office/drawing/2014/main" id="{6BC518DB-264D-0A77-1BA9-6B081A56485A}"/>
              </a:ext>
            </a:extLst>
          </p:cNvPr>
          <p:cNvSpPr txBox="1"/>
          <p:nvPr/>
        </p:nvSpPr>
        <p:spPr>
          <a:xfrm>
            <a:off x="1768873" y="1933226"/>
            <a:ext cx="3937082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Natural Language Processing (NLP)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6" name="文本框 15">
            <a:extLst>
              <a:ext uri="{FF2B5EF4-FFF2-40B4-BE49-F238E27FC236}">
                <a16:creationId xmlns:a16="http://schemas.microsoft.com/office/drawing/2014/main" id="{AB6C170B-555E-FEB4-CAF2-8FEFC8530F6D}"/>
              </a:ext>
            </a:extLst>
          </p:cNvPr>
          <p:cNvSpPr txBox="1"/>
          <p:nvPr/>
        </p:nvSpPr>
        <p:spPr>
          <a:xfrm>
            <a:off x="1768873" y="3246622"/>
            <a:ext cx="3937082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Machine Learning Algorithms</a:t>
            </a:r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7" name="文本框 15">
            <a:extLst>
              <a:ext uri="{FF2B5EF4-FFF2-40B4-BE49-F238E27FC236}">
                <a16:creationId xmlns:a16="http://schemas.microsoft.com/office/drawing/2014/main" id="{8841DB45-603E-DEBE-0406-FB45857B92C4}"/>
              </a:ext>
            </a:extLst>
          </p:cNvPr>
          <p:cNvSpPr txBox="1"/>
          <p:nvPr/>
        </p:nvSpPr>
        <p:spPr>
          <a:xfrm>
            <a:off x="1768873" y="4560017"/>
            <a:ext cx="3937082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Real-Time Decision Making</a:t>
            </a:r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8" name="文本框 15">
            <a:extLst>
              <a:ext uri="{FF2B5EF4-FFF2-40B4-BE49-F238E27FC236}">
                <a16:creationId xmlns:a16="http://schemas.microsoft.com/office/drawing/2014/main" id="{DC7C7FFA-28E1-74EA-5538-0DEF2CD2242E}"/>
              </a:ext>
            </a:extLst>
          </p:cNvPr>
          <p:cNvSpPr txBox="1"/>
          <p:nvPr/>
        </p:nvSpPr>
        <p:spPr>
          <a:xfrm>
            <a:off x="7260590" y="1933226"/>
            <a:ext cx="3937082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Adaptive Learning Capabilities</a:t>
            </a:r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" name="文本框 15">
            <a:extLst>
              <a:ext uri="{FF2B5EF4-FFF2-40B4-BE49-F238E27FC236}">
                <a16:creationId xmlns:a16="http://schemas.microsoft.com/office/drawing/2014/main" id="{FA81C48E-C7A0-A820-49F5-2D00DED014A5}"/>
              </a:ext>
            </a:extLst>
          </p:cNvPr>
          <p:cNvSpPr txBox="1"/>
          <p:nvPr/>
        </p:nvSpPr>
        <p:spPr>
          <a:xfrm>
            <a:off x="7260590" y="3246622"/>
            <a:ext cx="3937082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Multilingual Support</a:t>
            </a:r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C969ED53-0546-D532-9158-AB8AC014DE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63318" y="3246622"/>
            <a:ext cx="833414" cy="833414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25AE209D-9E12-2D67-4898-B32846233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63322" y="4560018"/>
            <a:ext cx="833411" cy="83341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29CD18EB-EFA2-2FA3-EA2D-B1EF900D6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763322" y="1933226"/>
            <a:ext cx="833410" cy="833410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3E794D8A-F7AA-C4FB-055C-B7602DEE0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6267850" y="1933227"/>
            <a:ext cx="833411" cy="833411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B30B655C-9739-446F-BDAA-B6F3D9C19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6272861" y="3246623"/>
            <a:ext cx="833413" cy="833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05356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72E6B0-E10C-846F-08EF-D2FCE6FE1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Applications and Use Cases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3D06DC-0CB3-5959-193F-DA448BBE13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AD14A9C-D492-62A7-9A4D-EB8A656BE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9" y="1410561"/>
            <a:ext cx="12188825" cy="4737928"/>
          </a:xfrm>
          <a:prstGeom prst="rect">
            <a:avLst/>
          </a:prstGeom>
          <a:gradFill>
            <a:gsLst>
              <a:gs pos="45000">
                <a:srgbClr val="310012"/>
              </a:gs>
              <a:gs pos="0">
                <a:srgbClr val="64131E"/>
              </a:gs>
              <a:gs pos="84000">
                <a:srgbClr val="4C1451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lstStyle/>
          <a:p>
            <a:pPr algn="l"/>
            <a:endParaRPr lang="en-US" b="1" err="1">
              <a:solidFill>
                <a:prstClr val="white"/>
              </a:solidFill>
            </a:endParaRPr>
          </a:p>
        </p:txBody>
      </p:sp>
      <p:sp>
        <p:nvSpPr>
          <p:cNvPr id="25" name="文本框 15">
            <a:extLst>
              <a:ext uri="{FF2B5EF4-FFF2-40B4-BE49-F238E27FC236}">
                <a16:creationId xmlns:a16="http://schemas.microsoft.com/office/drawing/2014/main" id="{6BC518DB-264D-0A77-1BA9-6B081A56485A}"/>
              </a:ext>
            </a:extLst>
          </p:cNvPr>
          <p:cNvSpPr txBox="1"/>
          <p:nvPr/>
        </p:nvSpPr>
        <p:spPr>
          <a:xfrm>
            <a:off x="1768873" y="1933226"/>
            <a:ext cx="3937082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Customer Service Automation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6" name="文本框 15">
            <a:extLst>
              <a:ext uri="{FF2B5EF4-FFF2-40B4-BE49-F238E27FC236}">
                <a16:creationId xmlns:a16="http://schemas.microsoft.com/office/drawing/2014/main" id="{AB6C170B-555E-FEB4-CAF2-8FEFC8530F6D}"/>
              </a:ext>
            </a:extLst>
          </p:cNvPr>
          <p:cNvSpPr txBox="1"/>
          <p:nvPr/>
        </p:nvSpPr>
        <p:spPr>
          <a:xfrm>
            <a:off x="1768873" y="3246622"/>
            <a:ext cx="3937082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Personal Assistants</a:t>
            </a:r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7" name="文本框 15">
            <a:extLst>
              <a:ext uri="{FF2B5EF4-FFF2-40B4-BE49-F238E27FC236}">
                <a16:creationId xmlns:a16="http://schemas.microsoft.com/office/drawing/2014/main" id="{8841DB45-603E-DEBE-0406-FB45857B92C4}"/>
              </a:ext>
            </a:extLst>
          </p:cNvPr>
          <p:cNvSpPr txBox="1"/>
          <p:nvPr/>
        </p:nvSpPr>
        <p:spPr>
          <a:xfrm>
            <a:off x="1768873" y="4560017"/>
            <a:ext cx="3937082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Healthcare Assistance</a:t>
            </a:r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8" name="文本框 15">
            <a:extLst>
              <a:ext uri="{FF2B5EF4-FFF2-40B4-BE49-F238E27FC236}">
                <a16:creationId xmlns:a16="http://schemas.microsoft.com/office/drawing/2014/main" id="{DC7C7FFA-28E1-74EA-5538-0DEF2CD2242E}"/>
              </a:ext>
            </a:extLst>
          </p:cNvPr>
          <p:cNvSpPr txBox="1"/>
          <p:nvPr/>
        </p:nvSpPr>
        <p:spPr>
          <a:xfrm>
            <a:off x="7260590" y="1933226"/>
            <a:ext cx="3937082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Financial Services</a:t>
            </a:r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" name="文本框 15">
            <a:extLst>
              <a:ext uri="{FF2B5EF4-FFF2-40B4-BE49-F238E27FC236}">
                <a16:creationId xmlns:a16="http://schemas.microsoft.com/office/drawing/2014/main" id="{FA81C48E-C7A0-A820-49F5-2D00DED014A5}"/>
              </a:ext>
            </a:extLst>
          </p:cNvPr>
          <p:cNvSpPr txBox="1"/>
          <p:nvPr/>
        </p:nvSpPr>
        <p:spPr>
          <a:xfrm>
            <a:off x="7260590" y="3246622"/>
            <a:ext cx="3937082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Smart Home Devices</a:t>
            </a:r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C969ED53-0546-D532-9158-AB8AC014DE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63318" y="3246622"/>
            <a:ext cx="833414" cy="833414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25AE209D-9E12-2D67-4898-B32846233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63322" y="4560018"/>
            <a:ext cx="833411" cy="83341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29CD18EB-EFA2-2FA3-EA2D-B1EF900D6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763322" y="1933226"/>
            <a:ext cx="833410" cy="833410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3E794D8A-F7AA-C4FB-055C-B7602DEE0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6267850" y="1933227"/>
            <a:ext cx="833411" cy="833411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B30B655C-9739-446F-BDAA-B6F3D9C19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6272861" y="3246623"/>
            <a:ext cx="833413" cy="833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65173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72E6B0-E10C-846F-08EF-D2FCE6FE1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Technology Stack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3D06DC-0CB3-5959-193F-DA448BBE13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AD14A9C-D492-62A7-9A4D-EB8A656BE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9" y="1407691"/>
            <a:ext cx="12188825" cy="47379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lstStyle/>
          <a:p>
            <a:pPr algn="l"/>
            <a:endParaRPr lang="en-US" b="1" err="1">
              <a:solidFill>
                <a:prstClr val="white"/>
              </a:solidFill>
            </a:endParaRPr>
          </a:p>
        </p:txBody>
      </p:sp>
      <p:sp>
        <p:nvSpPr>
          <p:cNvPr id="14" name="文本框 15">
            <a:extLst>
              <a:ext uri="{FF2B5EF4-FFF2-40B4-BE49-F238E27FC236}">
                <a16:creationId xmlns:a16="http://schemas.microsoft.com/office/drawing/2014/main" id="{1715D00A-9370-5845-3DF8-923A5DEC5159}"/>
              </a:ext>
            </a:extLst>
          </p:cNvPr>
          <p:cNvSpPr txBox="1"/>
          <p:nvPr/>
        </p:nvSpPr>
        <p:spPr>
          <a:xfrm>
            <a:off x="1768873" y="2354814"/>
            <a:ext cx="3937082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Programming Languages (Python, Java, etc.)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文本框 15">
            <a:extLst>
              <a:ext uri="{FF2B5EF4-FFF2-40B4-BE49-F238E27FC236}">
                <a16:creationId xmlns:a16="http://schemas.microsoft.com/office/drawing/2014/main" id="{845E7934-7A73-D7E8-8CE6-42A40E22296E}"/>
              </a:ext>
            </a:extLst>
          </p:cNvPr>
          <p:cNvSpPr txBox="1"/>
          <p:nvPr/>
        </p:nvSpPr>
        <p:spPr>
          <a:xfrm>
            <a:off x="1768873" y="4293283"/>
            <a:ext cx="3937082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Frameworks and Libraries (TensorFlow, PyTorch, etc.)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ED9F995-8D9B-1145-C003-FB1D168E9A9A}"/>
              </a:ext>
            </a:extLst>
          </p:cNvPr>
          <p:cNvSpPr txBox="1"/>
          <p:nvPr/>
        </p:nvSpPr>
        <p:spPr>
          <a:xfrm>
            <a:off x="7260590" y="2354814"/>
            <a:ext cx="3937082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Cloud Platforms (AWS, Azure, Google Cloud)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7" name="文本框 15">
            <a:extLst>
              <a:ext uri="{FF2B5EF4-FFF2-40B4-BE49-F238E27FC236}">
                <a16:creationId xmlns:a16="http://schemas.microsoft.com/office/drawing/2014/main" id="{D89D7069-2288-8E83-FB96-C7E465DEB438}"/>
              </a:ext>
            </a:extLst>
          </p:cNvPr>
          <p:cNvSpPr txBox="1"/>
          <p:nvPr/>
        </p:nvSpPr>
        <p:spPr>
          <a:xfrm>
            <a:off x="7260590" y="4293283"/>
            <a:ext cx="3937082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Databases (MySQL, MongoDB, etc.)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356D8D8C-ECD3-0535-0399-188EDE92C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63318" y="4293283"/>
            <a:ext cx="833414" cy="833414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327F3101-AB84-1032-8992-218FD97C1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63322" y="2354814"/>
            <a:ext cx="833410" cy="83341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2D0E3B46-95A2-6055-4AD8-6A3650B094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6267850" y="2354815"/>
            <a:ext cx="833411" cy="833411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C92BBD9F-EF8B-1B54-B3C7-FD8DC0894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6272861" y="4293284"/>
            <a:ext cx="833413" cy="833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59258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72E6B0-E10C-846F-08EF-D2FCE6FE1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Benefits and Advantages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3D06DC-0CB3-5959-193F-DA448BBE13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AD14A9C-D492-62A7-9A4D-EB8A656BE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9" y="1410561"/>
            <a:ext cx="12188825" cy="4737928"/>
          </a:xfrm>
          <a:prstGeom prst="rect">
            <a:avLst/>
          </a:prstGeom>
          <a:gradFill>
            <a:gsLst>
              <a:gs pos="45000">
                <a:srgbClr val="310012"/>
              </a:gs>
              <a:gs pos="0">
                <a:srgbClr val="64131E"/>
              </a:gs>
              <a:gs pos="84000">
                <a:srgbClr val="4C1451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lstStyle/>
          <a:p>
            <a:pPr algn="l"/>
            <a:endParaRPr lang="en-US" b="1" err="1">
              <a:solidFill>
                <a:prstClr val="white"/>
              </a:solidFill>
            </a:endParaRPr>
          </a:p>
        </p:txBody>
      </p:sp>
      <p:sp>
        <p:nvSpPr>
          <p:cNvPr id="25" name="文本框 15">
            <a:extLst>
              <a:ext uri="{FF2B5EF4-FFF2-40B4-BE49-F238E27FC236}">
                <a16:creationId xmlns:a16="http://schemas.microsoft.com/office/drawing/2014/main" id="{6BC518DB-264D-0A77-1BA9-6B081A56485A}"/>
              </a:ext>
            </a:extLst>
          </p:cNvPr>
          <p:cNvSpPr txBox="1"/>
          <p:nvPr/>
        </p:nvSpPr>
        <p:spPr>
          <a:xfrm>
            <a:off x="1768873" y="1933226"/>
            <a:ext cx="3937082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Increased Efficiency and Productivity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6" name="文本框 15">
            <a:extLst>
              <a:ext uri="{FF2B5EF4-FFF2-40B4-BE49-F238E27FC236}">
                <a16:creationId xmlns:a16="http://schemas.microsoft.com/office/drawing/2014/main" id="{AB6C170B-555E-FEB4-CAF2-8FEFC8530F6D}"/>
              </a:ext>
            </a:extLst>
          </p:cNvPr>
          <p:cNvSpPr txBox="1"/>
          <p:nvPr/>
        </p:nvSpPr>
        <p:spPr>
          <a:xfrm>
            <a:off x="1768873" y="3246622"/>
            <a:ext cx="3937082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Cost Reduction</a:t>
            </a:r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7" name="文本框 15">
            <a:extLst>
              <a:ext uri="{FF2B5EF4-FFF2-40B4-BE49-F238E27FC236}">
                <a16:creationId xmlns:a16="http://schemas.microsoft.com/office/drawing/2014/main" id="{8841DB45-603E-DEBE-0406-FB45857B92C4}"/>
              </a:ext>
            </a:extLst>
          </p:cNvPr>
          <p:cNvSpPr txBox="1"/>
          <p:nvPr/>
        </p:nvSpPr>
        <p:spPr>
          <a:xfrm>
            <a:off x="1768873" y="4560017"/>
            <a:ext cx="3937082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Enhanced User Experience</a:t>
            </a:r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8" name="文本框 15">
            <a:extLst>
              <a:ext uri="{FF2B5EF4-FFF2-40B4-BE49-F238E27FC236}">
                <a16:creationId xmlns:a16="http://schemas.microsoft.com/office/drawing/2014/main" id="{DC7C7FFA-28E1-74EA-5538-0DEF2CD2242E}"/>
              </a:ext>
            </a:extLst>
          </p:cNvPr>
          <p:cNvSpPr txBox="1"/>
          <p:nvPr/>
        </p:nvSpPr>
        <p:spPr>
          <a:xfrm>
            <a:off x="7260590" y="1933226"/>
            <a:ext cx="3937082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Scalability and Flexibility</a:t>
            </a:r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" name="文本框 15">
            <a:extLst>
              <a:ext uri="{FF2B5EF4-FFF2-40B4-BE49-F238E27FC236}">
                <a16:creationId xmlns:a16="http://schemas.microsoft.com/office/drawing/2014/main" id="{FA81C48E-C7A0-A820-49F5-2D00DED014A5}"/>
              </a:ext>
            </a:extLst>
          </p:cNvPr>
          <p:cNvSpPr txBox="1"/>
          <p:nvPr/>
        </p:nvSpPr>
        <p:spPr>
          <a:xfrm>
            <a:off x="7260590" y="3246622"/>
            <a:ext cx="3937082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Continuous Improvement through Feedback Loops</a:t>
            </a:r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C969ED53-0546-D532-9158-AB8AC014DE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63318" y="3246622"/>
            <a:ext cx="833414" cy="833414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25AE209D-9E12-2D67-4898-B32846233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63322" y="4560018"/>
            <a:ext cx="833411" cy="83341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29CD18EB-EFA2-2FA3-EA2D-B1EF900D6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763322" y="1933226"/>
            <a:ext cx="833410" cy="833410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3E794D8A-F7AA-C4FB-055C-B7602DEE0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6267850" y="1933227"/>
            <a:ext cx="833411" cy="833411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B30B655C-9739-446F-BDAA-B6F3D9C19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6272861" y="3246623"/>
            <a:ext cx="833413" cy="833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267580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72E6B0-E10C-846F-08EF-D2FCE6FE1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Future Developments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3D06DC-0CB3-5959-193F-DA448BBE13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AD14A9C-D492-62A7-9A4D-EB8A656BE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9" y="1410561"/>
            <a:ext cx="12188825" cy="4737928"/>
          </a:xfrm>
          <a:prstGeom prst="rect">
            <a:avLst/>
          </a:prstGeom>
          <a:gradFill>
            <a:gsLst>
              <a:gs pos="45000">
                <a:srgbClr val="310012"/>
              </a:gs>
              <a:gs pos="0">
                <a:srgbClr val="64131E"/>
              </a:gs>
              <a:gs pos="84000">
                <a:srgbClr val="4C1451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lstStyle/>
          <a:p>
            <a:pPr algn="l"/>
            <a:endParaRPr lang="en-US" b="1" err="1">
              <a:solidFill>
                <a:prstClr val="white"/>
              </a:solidFill>
            </a:endParaRPr>
          </a:p>
        </p:txBody>
      </p:sp>
      <p:sp>
        <p:nvSpPr>
          <p:cNvPr id="25" name="文本框 15">
            <a:extLst>
              <a:ext uri="{FF2B5EF4-FFF2-40B4-BE49-F238E27FC236}">
                <a16:creationId xmlns:a16="http://schemas.microsoft.com/office/drawing/2014/main" id="{6BC518DB-264D-0A77-1BA9-6B081A56485A}"/>
              </a:ext>
            </a:extLst>
          </p:cNvPr>
          <p:cNvSpPr txBox="1"/>
          <p:nvPr/>
        </p:nvSpPr>
        <p:spPr>
          <a:xfrm>
            <a:off x="1768873" y="1933226"/>
            <a:ext cx="3937082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Integration with IoT Devices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6" name="文本框 15">
            <a:extLst>
              <a:ext uri="{FF2B5EF4-FFF2-40B4-BE49-F238E27FC236}">
                <a16:creationId xmlns:a16="http://schemas.microsoft.com/office/drawing/2014/main" id="{AB6C170B-555E-FEB4-CAF2-8FEFC8530F6D}"/>
              </a:ext>
            </a:extLst>
          </p:cNvPr>
          <p:cNvSpPr txBox="1"/>
          <p:nvPr/>
        </p:nvSpPr>
        <p:spPr>
          <a:xfrm>
            <a:off x="1768873" y="3246622"/>
            <a:ext cx="3937082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Advanced Emotion Recognition</a:t>
            </a:r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7" name="文本框 15">
            <a:extLst>
              <a:ext uri="{FF2B5EF4-FFF2-40B4-BE49-F238E27FC236}">
                <a16:creationId xmlns:a16="http://schemas.microsoft.com/office/drawing/2014/main" id="{8841DB45-603E-DEBE-0406-FB45857B92C4}"/>
              </a:ext>
            </a:extLst>
          </p:cNvPr>
          <p:cNvSpPr txBox="1"/>
          <p:nvPr/>
        </p:nvSpPr>
        <p:spPr>
          <a:xfrm>
            <a:off x="1768873" y="4560017"/>
            <a:ext cx="3937082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Cross-Platform Compatibility</a:t>
            </a:r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8" name="文本框 15">
            <a:extLst>
              <a:ext uri="{FF2B5EF4-FFF2-40B4-BE49-F238E27FC236}">
                <a16:creationId xmlns:a16="http://schemas.microsoft.com/office/drawing/2014/main" id="{DC7C7FFA-28E1-74EA-5538-0DEF2CD2242E}"/>
              </a:ext>
            </a:extLst>
          </p:cNvPr>
          <p:cNvSpPr txBox="1"/>
          <p:nvPr/>
        </p:nvSpPr>
        <p:spPr>
          <a:xfrm>
            <a:off x="7260590" y="1933226"/>
            <a:ext cx="3937082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Enhanced Security Measures</a:t>
            </a:r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" name="文本框 15">
            <a:extLst>
              <a:ext uri="{FF2B5EF4-FFF2-40B4-BE49-F238E27FC236}">
                <a16:creationId xmlns:a16="http://schemas.microsoft.com/office/drawing/2014/main" id="{FA81C48E-C7A0-A820-49F5-2D00DED014A5}"/>
              </a:ext>
            </a:extLst>
          </p:cNvPr>
          <p:cNvSpPr txBox="1"/>
          <p:nvPr/>
        </p:nvSpPr>
        <p:spPr>
          <a:xfrm>
            <a:off x="7260590" y="3246622"/>
            <a:ext cx="3937082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Expanded Multilingual Support</a:t>
            </a:r>
            <a:endParaRPr 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C969ED53-0546-D532-9158-AB8AC014DE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63318" y="3246622"/>
            <a:ext cx="833414" cy="833414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25AE209D-9E12-2D67-4898-B32846233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63322" y="4560018"/>
            <a:ext cx="833411" cy="83341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29CD18EB-EFA2-2FA3-EA2D-B1EF900D6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763322" y="1933226"/>
            <a:ext cx="833410" cy="833410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3E794D8A-F7AA-C4FB-055C-B7602DEE0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6267850" y="1933227"/>
            <a:ext cx="833411" cy="833411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B30B655C-9739-446F-BDAA-B6F3D9C19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6272861" y="3246623"/>
            <a:ext cx="833413" cy="833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637106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91E31662-686F-4729-84F9-875D1A072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dirty="0"/>
          </a:p>
        </p:txBody>
      </p:sp>
      <p:sp>
        <p:nvSpPr>
          <p:cNvPr id="40" name="Slide Number Placeholder 3">
            <a:extLst>
              <a:ext uri="{FF2B5EF4-FFF2-40B4-BE49-F238E27FC236}">
                <a16:creationId xmlns:a16="http://schemas.microsoft.com/office/drawing/2014/main" id="{75A8C06F-70FD-4537-93CD-485201423A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71117" y="6400800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1218987" rtl="0" eaLnBrk="1" latinLnBrk="0" hangingPunct="1">
              <a:defRPr sz="10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22F896-40B5-4ADD-8801-0D06FADFA095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ECA858-4AE6-4D5A-BEBA-CE1E8456F82A}"/>
              </a:ext>
            </a:extLst>
          </p:cNvPr>
          <p:cNvSpPr txBox="1"/>
          <p:nvPr/>
        </p:nvSpPr>
        <p:spPr>
          <a:xfrm>
            <a:off x="587574" y="4011273"/>
            <a:ext cx="3401106" cy="406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altLang="zh-CN" b="1" spc="-15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Recap of Key Points</a:t>
            </a:r>
            <a:endParaRPr lang="en-US" b="1" spc="-150" dirty="0">
              <a:solidFill>
                <a:schemeClr val="accent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10F53A2-60F0-44E5-8004-A6AC8BA61C65}"/>
              </a:ext>
            </a:extLst>
          </p:cNvPr>
          <p:cNvSpPr txBox="1"/>
          <p:nvPr/>
        </p:nvSpPr>
        <p:spPr>
          <a:xfrm>
            <a:off x="4353927" y="4011273"/>
            <a:ext cx="3401106" cy="406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altLang="zh-CN" b="1" spc="-15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Impact on the Industry</a:t>
            </a:r>
            <a:endParaRPr lang="en-US" b="1" spc="-150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598B26-D174-474E-8ABC-B175A22E596C}"/>
              </a:ext>
            </a:extLst>
          </p:cNvPr>
          <p:cNvSpPr txBox="1"/>
          <p:nvPr/>
        </p:nvSpPr>
        <p:spPr>
          <a:xfrm>
            <a:off x="8120281" y="4011273"/>
            <a:ext cx="3401105" cy="72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altLang="zh-CN" b="1" spc="-150">
                <a:solidFill>
                  <a:schemeClr val="accent1">
                    <a:lumMod val="40000"/>
                    <a:lumOff val="6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Call to Action (Engage with Manus AI)</a:t>
            </a:r>
            <a:endParaRPr lang="en-US" b="1" spc="-150" dirty="0">
              <a:solidFill>
                <a:schemeClr val="accent1">
                  <a:lumMod val="40000"/>
                  <a:lumOff val="6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4919A6E4-1FBD-A411-7226-5496E3D900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238228" y="2191548"/>
            <a:ext cx="1600205" cy="1600205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0645B3D4-37EA-6E8D-6F43-767F0ABB8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9025611" y="2187892"/>
            <a:ext cx="1600201" cy="1600201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B9BDEEDC-EC26-1C0A-3432-4DC9A7E95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566189" y="2187891"/>
            <a:ext cx="16002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072250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half" idx="18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600" b="1"/>
              <a:t>Thank you for your attention!
Questions?
Contact Information:
</a:t>
            </a:r>
            <a:r>
              <a:rPr lang="en-US" b="1"/>
              <a:t>  - Email: [your-email@example.com]
  - Phone: [your-phone-number]
  - Website: [your-website-url]
</a:t>
            </a:r>
            <a:endParaRPr lang="en-US" b="1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0DF5D4-41E8-0FF9-F041-43B3AF2B12B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27" name="Picture Placeholder 14" descr="Product image photo">
            <a:extLst>
              <a:ext uri="{FF2B5EF4-FFF2-40B4-BE49-F238E27FC236}">
                <a16:creationId xmlns:a16="http://schemas.microsoft.com/office/drawing/2014/main" id="{160BD6AC-E145-45F6-A654-AFB42965442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88" y="0"/>
            <a:ext cx="6566888" cy="6858000"/>
          </a:xfrm>
          <a:prstGeom prst="rect">
            <a:avLst/>
          </a:prstGeom>
          <a:solidFill>
            <a:schemeClr val="accent3">
              <a:lumMod val="2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2069248136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Lenovo Master">
  <a:themeElements>
    <a:clrScheme name="Custom 2">
      <a:dk1>
        <a:srgbClr val="000000"/>
      </a:dk1>
      <a:lt1>
        <a:sysClr val="window" lastClr="FFFFFF"/>
      </a:lt1>
      <a:dk2>
        <a:srgbClr val="F26A52"/>
      </a:dk2>
      <a:lt2>
        <a:srgbClr val="4E444E"/>
      </a:lt2>
      <a:accent1>
        <a:srgbClr val="E1251B"/>
      </a:accent1>
      <a:accent2>
        <a:srgbClr val="871C23"/>
      </a:accent2>
      <a:accent3>
        <a:srgbClr val="D9C1D8"/>
      </a:accent3>
      <a:accent4>
        <a:srgbClr val="4D144A"/>
      </a:accent4>
      <a:accent5>
        <a:srgbClr val="C9D0F0"/>
      </a:accent5>
      <a:accent6>
        <a:srgbClr val="11184F"/>
      </a:accent6>
      <a:hlink>
        <a:srgbClr val="3046AD"/>
      </a:hlink>
      <a:folHlink>
        <a:srgbClr val="3046A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8252E"/>
        </a:solidFill>
        <a:ln>
          <a:noFill/>
        </a:ln>
      </a:spPr>
      <a:bodyPr lIns="182880" tIns="182880" rIns="182880" bIns="182880" rtlCol="0" anchor="t"/>
      <a:lstStyle>
        <a:defPPr algn="l">
          <a:defRPr sz="1600" dirty="0" err="1">
            <a:solidFill>
              <a:prstClr val="white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err="1" smtClean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enovo-16x9_Library" id="{8729E4F4-8837-47F1-B210-80AD2A34CB03}" vid="{8DDE4451-AED4-4EB7-8E8F-43FDC327E3DD}"/>
    </a:ext>
  </a:extLst>
</a:theme>
</file>

<file path=ppt/theme/theme2.xml><?xml version="1.0" encoding="utf-8"?>
<a:theme xmlns:a="http://schemas.openxmlformats.org/drawingml/2006/main" name="1_Lenovo Master">
  <a:themeElements>
    <a:clrScheme name="Custom 2">
      <a:dk1>
        <a:srgbClr val="000000"/>
      </a:dk1>
      <a:lt1>
        <a:sysClr val="window" lastClr="FFFFFF"/>
      </a:lt1>
      <a:dk2>
        <a:srgbClr val="F26A52"/>
      </a:dk2>
      <a:lt2>
        <a:srgbClr val="4E444E"/>
      </a:lt2>
      <a:accent1>
        <a:srgbClr val="E1251B"/>
      </a:accent1>
      <a:accent2>
        <a:srgbClr val="871C23"/>
      </a:accent2>
      <a:accent3>
        <a:srgbClr val="D9C1D8"/>
      </a:accent3>
      <a:accent4>
        <a:srgbClr val="4D144A"/>
      </a:accent4>
      <a:accent5>
        <a:srgbClr val="C9D0F0"/>
      </a:accent5>
      <a:accent6>
        <a:srgbClr val="11184F"/>
      </a:accent6>
      <a:hlink>
        <a:srgbClr val="3046AD"/>
      </a:hlink>
      <a:folHlink>
        <a:srgbClr val="3046A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8252E"/>
        </a:solidFill>
        <a:ln>
          <a:noFill/>
        </a:ln>
      </a:spPr>
      <a:bodyPr lIns="182880" tIns="182880" rIns="182880" bIns="182880" rtlCol="0" anchor="t"/>
      <a:lstStyle>
        <a:defPPr algn="l">
          <a:defRPr sz="1600" dirty="0" err="1">
            <a:solidFill>
              <a:prstClr val="white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err="1" smtClean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enovo-16x9_Library" id="{8729E4F4-8837-47F1-B210-80AD2A34CB03}" vid="{8DDE4451-AED4-4EB7-8E8F-43FDC327E3DD}"/>
    </a:ext>
  </a:extLst>
</a:theme>
</file>

<file path=ppt/theme/theme3.xml><?xml version="1.0" encoding="utf-8"?>
<a:theme xmlns:a="http://schemas.openxmlformats.org/drawingml/2006/main" name="2_Lenovo Master">
  <a:themeElements>
    <a:clrScheme name="Custom 2">
      <a:dk1>
        <a:srgbClr val="000000"/>
      </a:dk1>
      <a:lt1>
        <a:sysClr val="window" lastClr="FFFFFF"/>
      </a:lt1>
      <a:dk2>
        <a:srgbClr val="F26A52"/>
      </a:dk2>
      <a:lt2>
        <a:srgbClr val="4E444E"/>
      </a:lt2>
      <a:accent1>
        <a:srgbClr val="E1251B"/>
      </a:accent1>
      <a:accent2>
        <a:srgbClr val="871C23"/>
      </a:accent2>
      <a:accent3>
        <a:srgbClr val="D9C1D8"/>
      </a:accent3>
      <a:accent4>
        <a:srgbClr val="4D144A"/>
      </a:accent4>
      <a:accent5>
        <a:srgbClr val="C9D0F0"/>
      </a:accent5>
      <a:accent6>
        <a:srgbClr val="11184F"/>
      </a:accent6>
      <a:hlink>
        <a:srgbClr val="3046AD"/>
      </a:hlink>
      <a:folHlink>
        <a:srgbClr val="3046A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8252E"/>
        </a:solidFill>
        <a:ln>
          <a:noFill/>
        </a:ln>
      </a:spPr>
      <a:bodyPr lIns="182880" tIns="182880" rIns="182880" bIns="182880" rtlCol="0" anchor="t"/>
      <a:lstStyle>
        <a:defPPr algn="l">
          <a:defRPr sz="1600" dirty="0" err="1">
            <a:solidFill>
              <a:prstClr val="white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err="1" smtClean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enovo-16x9_Library" id="{8729E4F4-8837-47F1-B210-80AD2A34CB03}" vid="{8DDE4451-AED4-4EB7-8E8F-43FDC327E3DD}"/>
    </a:ext>
  </a:extLst>
</a:theme>
</file>

<file path=ppt/theme/theme4.xml><?xml version="1.0" encoding="utf-8"?>
<a:theme xmlns:a="http://schemas.openxmlformats.org/drawingml/2006/main" name="3_Lenovo Master">
  <a:themeElements>
    <a:clrScheme name="Custom 2">
      <a:dk1>
        <a:srgbClr val="000000"/>
      </a:dk1>
      <a:lt1>
        <a:sysClr val="window" lastClr="FFFFFF"/>
      </a:lt1>
      <a:dk2>
        <a:srgbClr val="F26A52"/>
      </a:dk2>
      <a:lt2>
        <a:srgbClr val="4E444E"/>
      </a:lt2>
      <a:accent1>
        <a:srgbClr val="E1251B"/>
      </a:accent1>
      <a:accent2>
        <a:srgbClr val="871C23"/>
      </a:accent2>
      <a:accent3>
        <a:srgbClr val="D9C1D8"/>
      </a:accent3>
      <a:accent4>
        <a:srgbClr val="4D144A"/>
      </a:accent4>
      <a:accent5>
        <a:srgbClr val="C9D0F0"/>
      </a:accent5>
      <a:accent6>
        <a:srgbClr val="11184F"/>
      </a:accent6>
      <a:hlink>
        <a:srgbClr val="3046AD"/>
      </a:hlink>
      <a:folHlink>
        <a:srgbClr val="3046A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8252E"/>
        </a:solidFill>
        <a:ln>
          <a:noFill/>
        </a:ln>
      </a:spPr>
      <a:bodyPr lIns="182880" tIns="182880" rIns="182880" bIns="182880" rtlCol="0" anchor="t"/>
      <a:lstStyle>
        <a:defPPr algn="l">
          <a:defRPr sz="1600" dirty="0" err="1">
            <a:solidFill>
              <a:prstClr val="white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err="1" smtClean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enovo-16x9_Library" id="{8729E4F4-8837-47F1-B210-80AD2A34CB03}" vid="{8DDE4451-AED4-4EB7-8E8F-43FDC327E3DD}"/>
    </a:ext>
  </a:extLst>
</a:theme>
</file>

<file path=ppt/theme/theme5.xml><?xml version="1.0" encoding="utf-8"?>
<a:theme xmlns:a="http://schemas.openxmlformats.org/drawingml/2006/main" name="4_Lenovo Master">
  <a:themeElements>
    <a:clrScheme name="Custom 2">
      <a:dk1>
        <a:srgbClr val="000000"/>
      </a:dk1>
      <a:lt1>
        <a:sysClr val="window" lastClr="FFFFFF"/>
      </a:lt1>
      <a:dk2>
        <a:srgbClr val="F26A52"/>
      </a:dk2>
      <a:lt2>
        <a:srgbClr val="4E444E"/>
      </a:lt2>
      <a:accent1>
        <a:srgbClr val="E1251B"/>
      </a:accent1>
      <a:accent2>
        <a:srgbClr val="871C23"/>
      </a:accent2>
      <a:accent3>
        <a:srgbClr val="D9C1D8"/>
      </a:accent3>
      <a:accent4>
        <a:srgbClr val="4D144A"/>
      </a:accent4>
      <a:accent5>
        <a:srgbClr val="C9D0F0"/>
      </a:accent5>
      <a:accent6>
        <a:srgbClr val="11184F"/>
      </a:accent6>
      <a:hlink>
        <a:srgbClr val="3046AD"/>
      </a:hlink>
      <a:folHlink>
        <a:srgbClr val="3046A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8252E"/>
        </a:solidFill>
        <a:ln>
          <a:noFill/>
        </a:ln>
      </a:spPr>
      <a:bodyPr lIns="182880" tIns="182880" rIns="182880" bIns="182880" rtlCol="0" anchor="t"/>
      <a:lstStyle>
        <a:defPPr algn="l">
          <a:defRPr sz="1600" dirty="0" err="1">
            <a:solidFill>
              <a:prstClr val="white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err="1" smtClean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enovo-16x9_Library" id="{8729E4F4-8837-47F1-B210-80AD2A34CB03}" vid="{8DDE4451-AED4-4EB7-8E8F-43FDC327E3DD}"/>
    </a:ext>
  </a:extLst>
</a:theme>
</file>

<file path=ppt/theme/theme6.xml><?xml version="1.0" encoding="utf-8"?>
<a:theme xmlns:a="http://schemas.openxmlformats.org/drawingml/2006/main" name="5_Lenovo Master">
  <a:themeElements>
    <a:clrScheme name="Custom 2">
      <a:dk1>
        <a:srgbClr val="000000"/>
      </a:dk1>
      <a:lt1>
        <a:sysClr val="window" lastClr="FFFFFF"/>
      </a:lt1>
      <a:dk2>
        <a:srgbClr val="F26A52"/>
      </a:dk2>
      <a:lt2>
        <a:srgbClr val="4E444E"/>
      </a:lt2>
      <a:accent1>
        <a:srgbClr val="E1251B"/>
      </a:accent1>
      <a:accent2>
        <a:srgbClr val="871C23"/>
      </a:accent2>
      <a:accent3>
        <a:srgbClr val="D9C1D8"/>
      </a:accent3>
      <a:accent4>
        <a:srgbClr val="4D144A"/>
      </a:accent4>
      <a:accent5>
        <a:srgbClr val="C9D0F0"/>
      </a:accent5>
      <a:accent6>
        <a:srgbClr val="11184F"/>
      </a:accent6>
      <a:hlink>
        <a:srgbClr val="3046AD"/>
      </a:hlink>
      <a:folHlink>
        <a:srgbClr val="3046A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8252E"/>
        </a:solidFill>
        <a:ln>
          <a:noFill/>
        </a:ln>
      </a:spPr>
      <a:bodyPr lIns="182880" tIns="182880" rIns="182880" bIns="182880" rtlCol="0" anchor="t"/>
      <a:lstStyle>
        <a:defPPr algn="l">
          <a:defRPr sz="1600" dirty="0" err="1">
            <a:solidFill>
              <a:prstClr val="white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err="1" smtClean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enovo-16x9_Library" id="{8729E4F4-8837-47F1-B210-80AD2A34CB03}" vid="{8DDE4451-AED4-4EB7-8E8F-43FDC327E3DD}"/>
    </a:ext>
  </a:extLst>
</a:theme>
</file>

<file path=ppt/theme/theme7.xml><?xml version="1.0" encoding="utf-8"?>
<a:theme xmlns:a="http://schemas.openxmlformats.org/drawingml/2006/main" name="6_Lenovo Master">
  <a:themeElements>
    <a:clrScheme name="Custom 2">
      <a:dk1>
        <a:srgbClr val="000000"/>
      </a:dk1>
      <a:lt1>
        <a:sysClr val="window" lastClr="FFFFFF"/>
      </a:lt1>
      <a:dk2>
        <a:srgbClr val="F26A52"/>
      </a:dk2>
      <a:lt2>
        <a:srgbClr val="4E444E"/>
      </a:lt2>
      <a:accent1>
        <a:srgbClr val="E1251B"/>
      </a:accent1>
      <a:accent2>
        <a:srgbClr val="871C23"/>
      </a:accent2>
      <a:accent3>
        <a:srgbClr val="D9C1D8"/>
      </a:accent3>
      <a:accent4>
        <a:srgbClr val="4D144A"/>
      </a:accent4>
      <a:accent5>
        <a:srgbClr val="C9D0F0"/>
      </a:accent5>
      <a:accent6>
        <a:srgbClr val="11184F"/>
      </a:accent6>
      <a:hlink>
        <a:srgbClr val="3046AD"/>
      </a:hlink>
      <a:folHlink>
        <a:srgbClr val="3046A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8252E"/>
        </a:solidFill>
        <a:ln>
          <a:noFill/>
        </a:ln>
      </a:spPr>
      <a:bodyPr lIns="182880" tIns="182880" rIns="182880" bIns="182880" rtlCol="0" anchor="t"/>
      <a:lstStyle>
        <a:defPPr algn="l">
          <a:defRPr sz="1600" dirty="0" err="1">
            <a:solidFill>
              <a:prstClr val="white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err="1" smtClean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enovo-16x9_Library" id="{8729E4F4-8837-47F1-B210-80AD2A34CB03}" vid="{8DDE4451-AED4-4EB7-8E8F-43FDC327E3DD}"/>
    </a:ext>
  </a:extLst>
</a:theme>
</file>

<file path=ppt/theme/theme8.xml><?xml version="1.0" encoding="utf-8"?>
<a:theme xmlns:a="http://schemas.openxmlformats.org/drawingml/2006/main" name="7_Lenovo Master">
  <a:themeElements>
    <a:clrScheme name="Custom 2">
      <a:dk1>
        <a:srgbClr val="000000"/>
      </a:dk1>
      <a:lt1>
        <a:sysClr val="window" lastClr="FFFFFF"/>
      </a:lt1>
      <a:dk2>
        <a:srgbClr val="F26A52"/>
      </a:dk2>
      <a:lt2>
        <a:srgbClr val="4E444E"/>
      </a:lt2>
      <a:accent1>
        <a:srgbClr val="E1251B"/>
      </a:accent1>
      <a:accent2>
        <a:srgbClr val="871C23"/>
      </a:accent2>
      <a:accent3>
        <a:srgbClr val="D9C1D8"/>
      </a:accent3>
      <a:accent4>
        <a:srgbClr val="4D144A"/>
      </a:accent4>
      <a:accent5>
        <a:srgbClr val="C9D0F0"/>
      </a:accent5>
      <a:accent6>
        <a:srgbClr val="11184F"/>
      </a:accent6>
      <a:hlink>
        <a:srgbClr val="3046AD"/>
      </a:hlink>
      <a:folHlink>
        <a:srgbClr val="3046A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8252E"/>
        </a:solidFill>
        <a:ln>
          <a:noFill/>
        </a:ln>
      </a:spPr>
      <a:bodyPr lIns="182880" tIns="182880" rIns="182880" bIns="182880" rtlCol="0" anchor="t"/>
      <a:lstStyle>
        <a:defPPr algn="l">
          <a:defRPr sz="1600" dirty="0" err="1">
            <a:solidFill>
              <a:prstClr val="white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err="1" smtClean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enovo-16x9_Library" id="{8729E4F4-8837-47F1-B210-80AD2A34CB03}" vid="{8DDE4451-AED4-4EB7-8E8F-43FDC327E3DD}"/>
    </a:ext>
  </a:extLst>
</a:theme>
</file>

<file path=ppt/theme/theme9.xml><?xml version="1.0" encoding="utf-8"?>
<a:theme xmlns:a="http://schemas.openxmlformats.org/drawingml/2006/main" name="8_Lenovo Master">
  <a:themeElements>
    <a:clrScheme name="Custom 2">
      <a:dk1>
        <a:srgbClr val="000000"/>
      </a:dk1>
      <a:lt1>
        <a:sysClr val="window" lastClr="FFFFFF"/>
      </a:lt1>
      <a:dk2>
        <a:srgbClr val="F26A52"/>
      </a:dk2>
      <a:lt2>
        <a:srgbClr val="4E444E"/>
      </a:lt2>
      <a:accent1>
        <a:srgbClr val="E1251B"/>
      </a:accent1>
      <a:accent2>
        <a:srgbClr val="871C23"/>
      </a:accent2>
      <a:accent3>
        <a:srgbClr val="D9C1D8"/>
      </a:accent3>
      <a:accent4>
        <a:srgbClr val="4D144A"/>
      </a:accent4>
      <a:accent5>
        <a:srgbClr val="C9D0F0"/>
      </a:accent5>
      <a:accent6>
        <a:srgbClr val="11184F"/>
      </a:accent6>
      <a:hlink>
        <a:srgbClr val="3046AD"/>
      </a:hlink>
      <a:folHlink>
        <a:srgbClr val="3046A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8252E"/>
        </a:solidFill>
        <a:ln>
          <a:noFill/>
        </a:ln>
      </a:spPr>
      <a:bodyPr lIns="182880" tIns="182880" rIns="182880" bIns="182880" rtlCol="0" anchor="t"/>
      <a:lstStyle>
        <a:defPPr algn="l">
          <a:defRPr sz="1600" dirty="0" err="1">
            <a:solidFill>
              <a:prstClr val="white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err="1" smtClean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enovo-16x9_Library" id="{8729E4F4-8837-47F1-B210-80AD2A34CB03}" vid="{8DDE4451-AED4-4EB7-8E8F-43FDC327E3DD}"/>
    </a:ext>
  </a:extLst>
</a:theme>
</file>

<file path=ppt/theme/theme10.xml><?xml version="1.0" encoding="utf-8"?>
<a:theme xmlns:a="http://schemas.openxmlformats.org/drawingml/2006/main" name="9_Lenovo Master">
  <a:themeElements>
    <a:clrScheme name="Custom 2">
      <a:dk1>
        <a:srgbClr val="000000"/>
      </a:dk1>
      <a:lt1>
        <a:sysClr val="window" lastClr="FFFFFF"/>
      </a:lt1>
      <a:dk2>
        <a:srgbClr val="F26A52"/>
      </a:dk2>
      <a:lt2>
        <a:srgbClr val="4E444E"/>
      </a:lt2>
      <a:accent1>
        <a:srgbClr val="E1251B"/>
      </a:accent1>
      <a:accent2>
        <a:srgbClr val="871C23"/>
      </a:accent2>
      <a:accent3>
        <a:srgbClr val="D9C1D8"/>
      </a:accent3>
      <a:accent4>
        <a:srgbClr val="4D144A"/>
      </a:accent4>
      <a:accent5>
        <a:srgbClr val="C9D0F0"/>
      </a:accent5>
      <a:accent6>
        <a:srgbClr val="11184F"/>
      </a:accent6>
      <a:hlink>
        <a:srgbClr val="3046AD"/>
      </a:hlink>
      <a:folHlink>
        <a:srgbClr val="3046A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8252E"/>
        </a:solidFill>
        <a:ln>
          <a:noFill/>
        </a:ln>
      </a:spPr>
      <a:bodyPr lIns="182880" tIns="182880" rIns="182880" bIns="182880" rtlCol="0" anchor="t"/>
      <a:lstStyle>
        <a:defPPr algn="l">
          <a:defRPr sz="1600" dirty="0" err="1">
            <a:solidFill>
              <a:prstClr val="white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err="1" smtClean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enovo-16x9_Library" id="{8729E4F4-8837-47F1-B210-80AD2A34CB03}" vid="{8DDE4451-AED4-4EB7-8E8F-43FDC327E3DD}"/>
    </a:ext>
  </a:extLst>
</a:theme>
</file>

<file path=ppt/theme/theme11.xml><?xml version="1.0" encoding="utf-8"?>
<a:theme xmlns:a="http://schemas.openxmlformats.org/drawingml/2006/main" name="10_Lenovo Master">
  <a:themeElements>
    <a:clrScheme name="Custom 2">
      <a:dk1>
        <a:srgbClr val="000000"/>
      </a:dk1>
      <a:lt1>
        <a:sysClr val="window" lastClr="FFFFFF"/>
      </a:lt1>
      <a:dk2>
        <a:srgbClr val="F26A52"/>
      </a:dk2>
      <a:lt2>
        <a:srgbClr val="4E444E"/>
      </a:lt2>
      <a:accent1>
        <a:srgbClr val="E1251B"/>
      </a:accent1>
      <a:accent2>
        <a:srgbClr val="871C23"/>
      </a:accent2>
      <a:accent3>
        <a:srgbClr val="D9C1D8"/>
      </a:accent3>
      <a:accent4>
        <a:srgbClr val="4D144A"/>
      </a:accent4>
      <a:accent5>
        <a:srgbClr val="C9D0F0"/>
      </a:accent5>
      <a:accent6>
        <a:srgbClr val="11184F"/>
      </a:accent6>
      <a:hlink>
        <a:srgbClr val="3046AD"/>
      </a:hlink>
      <a:folHlink>
        <a:srgbClr val="3046A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8252E"/>
        </a:solidFill>
        <a:ln>
          <a:noFill/>
        </a:ln>
      </a:spPr>
      <a:bodyPr lIns="182880" tIns="182880" rIns="182880" bIns="182880" rtlCol="0" anchor="t"/>
      <a:lstStyle>
        <a:defPPr algn="l">
          <a:defRPr sz="1600" dirty="0" err="1">
            <a:solidFill>
              <a:prstClr val="white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err="1" smtClean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enovo-16x9_Library" id="{8729E4F4-8837-47F1-B210-80AD2A34CB03}" vid="{8DDE4451-AED4-4EB7-8E8F-43FDC327E3DD}"/>
    </a:ext>
  </a:extLst>
</a:theme>
</file>

<file path=ppt/theme/theme1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4469</TotalTime>
  <Words>314</Words>
  <Application>Microsoft Office PowerPoint</Application>
  <PresentationFormat>宽屏</PresentationFormat>
  <Paragraphs>57</Paragraphs>
  <Slides>11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11</vt:i4>
      </vt:variant>
      <vt:variant>
        <vt:lpstr>幻灯片标题</vt:lpstr>
      </vt:variant>
      <vt:variant>
        <vt:i4>11</vt:i4>
      </vt:variant>
    </vt:vector>
  </HeadingPairs>
  <TitlesOfParts>
    <vt:vector size="25" baseType="lpstr">
      <vt:lpstr>等线</vt:lpstr>
      <vt:lpstr>微软雅黑</vt:lpstr>
      <vt:lpstr>Arial</vt:lpstr>
      <vt:lpstr>Lenovo Master</vt:lpstr>
      <vt:lpstr>1_Lenovo Master</vt:lpstr>
      <vt:lpstr>2_Lenovo Master</vt:lpstr>
      <vt:lpstr>3_Lenovo Master</vt:lpstr>
      <vt:lpstr>4_Lenovo Master</vt:lpstr>
      <vt:lpstr>5_Lenovo Master</vt:lpstr>
      <vt:lpstr>6_Lenovo Master</vt:lpstr>
      <vt:lpstr>7_Lenovo Master</vt:lpstr>
      <vt:lpstr>8_Lenovo Master</vt:lpstr>
      <vt:lpstr>9_Lenovo Master</vt:lpstr>
      <vt:lpstr>10_Lenovo Master</vt:lpstr>
      <vt:lpstr>AI Agent - Manus AI</vt:lpstr>
      <vt:lpstr>Contents</vt:lpstr>
      <vt:lpstr>Introduction to AI Agents</vt:lpstr>
      <vt:lpstr>Overview of Manus AI</vt:lpstr>
      <vt:lpstr>Key Features and Capabilities</vt:lpstr>
      <vt:lpstr>Applications and Use Cases</vt:lpstr>
      <vt:lpstr>Technology Stack</vt:lpstr>
      <vt:lpstr>Benefits and Advantages</vt:lpstr>
      <vt:lpstr>Future Developments</vt:lpstr>
      <vt:lpstr>Conclusion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Deecy CX30 Li</dc:creator>
  <cp:lastModifiedBy>zhuyu yao</cp:lastModifiedBy>
  <cp:revision>23</cp:revision>
  <dcterms:created xsi:type="dcterms:W3CDTF">2025-03-12T06:56:57Z</dcterms:created>
  <dcterms:modified xsi:type="dcterms:W3CDTF">2025-09-11T04:59:20Z</dcterms:modified>
</cp:coreProperties>
</file>